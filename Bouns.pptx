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14595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62934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0710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50992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65689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9520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33560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54618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8705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91542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67319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41572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58128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06403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54638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571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1691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2B4D98-D051-463A-9EDB-1CE43C2D4AD5}" type="datetimeFigureOut">
              <a:rPr lang="ar-EG" smtClean="0"/>
              <a:t>17/06/1443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4D52671-6A13-4D86-B70A-87300F88C2B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58690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Data Science</a:t>
            </a:r>
            <a:endParaRPr lang="ar-EG" sz="72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857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947" y="0"/>
            <a:ext cx="10457008" cy="6206836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400" b="1" dirty="0"/>
              <a:t>Today, we urgently need, especially in light of the digital transformation that our world is </a:t>
            </a:r>
            <a:r>
              <a:rPr lang="en-US" sz="2400" b="1" dirty="0" smtClean="0"/>
              <a:t>witnessing, for </a:t>
            </a:r>
            <a:r>
              <a:rPr lang="en-US" sz="2400" b="1" dirty="0"/>
              <a:t>data science because it has become a fuel for work in all its forms and sizes, especially after its entry </a:t>
            </a:r>
            <a:r>
              <a:rPr lang="en-US" sz="2400" b="1" dirty="0" smtClean="0"/>
              <a:t>into all </a:t>
            </a:r>
            <a:r>
              <a:rPr lang="en-US" sz="2400" b="1" dirty="0"/>
              <a:t>fields and industries in our world today.</a:t>
            </a:r>
          </a:p>
          <a:p>
            <a:pPr marL="0" indent="0" algn="l">
              <a:buNone/>
            </a:pPr>
            <a:r>
              <a:rPr lang="en-US" sz="2400" b="1" dirty="0"/>
              <a:t>Data science has helped companies and businesses to process and analyze huge amounts of data they have.</a:t>
            </a:r>
          </a:p>
          <a:p>
            <a:pPr marL="0" indent="0" algn="l">
              <a:buNone/>
            </a:pPr>
            <a:r>
              <a:rPr lang="en-US" sz="2400" b="1" dirty="0"/>
              <a:t>In order to come up with meaningful visions and ideas that carry great values   for these companies,</a:t>
            </a:r>
          </a:p>
          <a:p>
            <a:pPr marL="0" indent="0" algn="l">
              <a:buNone/>
            </a:pPr>
            <a:r>
              <a:rPr lang="en-US" sz="2400" b="1" dirty="0"/>
              <a:t>they can be used in evaluating their performance, creating new opportunities for them, predicting their future,</a:t>
            </a:r>
          </a:p>
          <a:p>
            <a:pPr marL="0" indent="0" algn="l">
              <a:buNone/>
            </a:pPr>
            <a:r>
              <a:rPr lang="en-US" sz="2400" b="1" dirty="0"/>
              <a:t>and many more.</a:t>
            </a:r>
            <a:endParaRPr lang="ar-EG" sz="2400" b="1" dirty="0"/>
          </a:p>
        </p:txBody>
      </p:sp>
    </p:spTree>
    <p:extLst>
      <p:ext uri="{BB962C8B-B14F-4D97-AF65-F5344CB8AC3E}">
        <p14:creationId xmlns:p14="http://schemas.microsoft.com/office/powerpoint/2010/main" val="2573851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146" y="692728"/>
            <a:ext cx="10131425" cy="4627419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400" b="1" dirty="0"/>
              <a:t>Thus, this science has already succeeded in transforming the big data available to many </a:t>
            </a:r>
            <a:r>
              <a:rPr lang="en-US" sz="2400" b="1" dirty="0" smtClean="0"/>
              <a:t>organizations, whether </a:t>
            </a:r>
            <a:r>
              <a:rPr lang="en-US" sz="2400" b="1" dirty="0"/>
              <a:t>financial data, geographic data, customer and supplier relations data, or even operational </a:t>
            </a:r>
            <a:r>
              <a:rPr lang="en-US" sz="2400" b="1" dirty="0" smtClean="0"/>
              <a:t>data, and </a:t>
            </a:r>
            <a:r>
              <a:rPr lang="en-US" sz="2400" b="1" dirty="0"/>
              <a:t>other forms of data, from just useless and heterogeneous data to data coherent and meaningful</a:t>
            </a:r>
            <a:r>
              <a:rPr lang="en-US" sz="2400" b="1" dirty="0" smtClean="0"/>
              <a:t>.</a:t>
            </a:r>
          </a:p>
          <a:p>
            <a:pPr marL="0" indent="0" algn="l">
              <a:buNone/>
            </a:pPr>
            <a:endParaRPr lang="en-US" sz="2400" b="1" dirty="0"/>
          </a:p>
          <a:p>
            <a:pPr marL="0" indent="0" algn="l">
              <a:buNone/>
            </a:pPr>
            <a:r>
              <a:rPr lang="en-US" sz="2400" b="1" dirty="0"/>
              <a:t>Not only that, but it can also be used effectively in many tasks for companies, for example: relying on them </a:t>
            </a:r>
            <a:r>
              <a:rPr lang="en-US" sz="2400" b="1" dirty="0" smtClean="0"/>
              <a:t>as indicators </a:t>
            </a:r>
            <a:r>
              <a:rPr lang="en-US" sz="2400" b="1" dirty="0"/>
              <a:t>to evaluate the work of companies, or using them in future planning and developing </a:t>
            </a:r>
            <a:r>
              <a:rPr lang="en-US" sz="2400" b="1" dirty="0" smtClean="0"/>
              <a:t>executable plans</a:t>
            </a:r>
            <a:r>
              <a:rPr lang="en-US" sz="2400" b="1" dirty="0"/>
              <a:t>, as well as the trend towards new business prospects for institutions and creating new growth </a:t>
            </a:r>
            <a:r>
              <a:rPr lang="en-US" sz="2400" b="1" dirty="0" smtClean="0"/>
              <a:t>opportunities </a:t>
            </a:r>
            <a:r>
              <a:rPr lang="en-US" sz="2400" b="1" dirty="0"/>
              <a:t>for companies in market, and many more.</a:t>
            </a:r>
            <a:endParaRPr lang="ar-EG" sz="2400" b="1" dirty="0"/>
          </a:p>
        </p:txBody>
      </p:sp>
    </p:spTree>
    <p:extLst>
      <p:ext uri="{BB962C8B-B14F-4D97-AF65-F5344CB8AC3E}">
        <p14:creationId xmlns:p14="http://schemas.microsoft.com/office/powerpoint/2010/main" val="1439899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u="sng" dirty="0"/>
              <a:t>what is data science ?</a:t>
            </a:r>
            <a:endParaRPr lang="ar-EG" sz="4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65867"/>
            <a:ext cx="10131425" cy="253538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1" dirty="0"/>
              <a:t>A science based on the use of scientific methods, processors, algorithms, and systems to extract </a:t>
            </a:r>
            <a:r>
              <a:rPr lang="en-US" sz="2400" b="1" dirty="0" smtClean="0"/>
              <a:t>knowledge and </a:t>
            </a:r>
            <a:r>
              <a:rPr lang="en-US" sz="2400" b="1" dirty="0"/>
              <a:t>ideas from data in its two forms, whether structured or unstructured, similar to data mining.</a:t>
            </a:r>
          </a:p>
          <a:p>
            <a:pPr marL="0" indent="0" algn="l">
              <a:buNone/>
            </a:pPr>
            <a:r>
              <a:rPr lang="en-US" sz="2400" b="1" dirty="0"/>
              <a:t>Data science also relies on machine learning techniques, artificial intelligence, and big data processing software.</a:t>
            </a:r>
            <a:endParaRPr lang="ar-EG" sz="2400" b="1" dirty="0"/>
          </a:p>
        </p:txBody>
      </p:sp>
    </p:spTree>
    <p:extLst>
      <p:ext uri="{BB962C8B-B14F-4D97-AF65-F5344CB8AC3E}">
        <p14:creationId xmlns:p14="http://schemas.microsoft.com/office/powerpoint/2010/main" val="1478403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u="sng" dirty="0"/>
              <a:t>Stages of the data science process:</a:t>
            </a:r>
            <a:endParaRPr lang="ar-EG" sz="4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/>
              <a:t>1- Obtaining data related to the topic you want to discover or the problem to be solved.</a:t>
            </a:r>
          </a:p>
          <a:p>
            <a:pPr marL="0" indent="0" algn="l">
              <a:buNone/>
            </a:pPr>
            <a:r>
              <a:rPr lang="en-US" sz="2400" b="1" dirty="0"/>
              <a:t>2- Processing the data and making sure that it is correct and free from errors that could affect the results.</a:t>
            </a:r>
          </a:p>
          <a:p>
            <a:pPr marL="0" indent="0" algn="l">
              <a:buNone/>
            </a:pPr>
            <a:r>
              <a:rPr lang="en-US" sz="2400" b="1" dirty="0"/>
              <a:t>3- Doing an exploratory analysis of the data to obtain a comprehensive view of the data dealt with.</a:t>
            </a:r>
          </a:p>
          <a:p>
            <a:pPr marL="0" indent="0" algn="l">
              <a:buNone/>
            </a:pPr>
            <a:r>
              <a:rPr lang="en-US" sz="2400" b="1" dirty="0"/>
              <a:t>4- Build, develop, and apply the necessary algorithms and models to solve the problem and obtain results.</a:t>
            </a:r>
          </a:p>
          <a:p>
            <a:pPr marL="0" indent="0" algn="l">
              <a:buNone/>
            </a:pPr>
            <a:r>
              <a:rPr lang="en-US" sz="2400" b="1" dirty="0"/>
              <a:t>5- Presenting the final results to the decision makers.</a:t>
            </a:r>
            <a:endParaRPr lang="ar-EG" sz="2400" b="1" dirty="0"/>
          </a:p>
        </p:txBody>
      </p:sp>
    </p:spTree>
    <p:extLst>
      <p:ext uri="{BB962C8B-B14F-4D97-AF65-F5344CB8AC3E}">
        <p14:creationId xmlns:p14="http://schemas.microsoft.com/office/powerpoint/2010/main" val="2896340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u="sng" dirty="0"/>
              <a:t>Some facts and figures about data science: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1" dirty="0"/>
              <a:t>The number of data scientist jobs increased by 650% between 2012 and 2019 worldwide.</a:t>
            </a:r>
          </a:p>
          <a:p>
            <a:pPr marL="0" indent="0" algn="l">
              <a:buNone/>
            </a:pPr>
            <a:r>
              <a:rPr lang="en-US" sz="2400" b="1" dirty="0"/>
              <a:t>By 2026, there will be approximately 11.5 million data scientists around the world, according to the US Labor Office.</a:t>
            </a:r>
          </a:p>
          <a:p>
            <a:pPr marL="0" indent="0" algn="l">
              <a:buNone/>
            </a:pPr>
            <a:r>
              <a:rPr lang="en-US" sz="2400" b="1" dirty="0"/>
              <a:t>LinkedIn ranks the job of a data scientist among the highest-grossing jobs on the site.</a:t>
            </a:r>
          </a:p>
          <a:p>
            <a:pPr marL="0" indent="0" algn="l">
              <a:buNone/>
            </a:pPr>
            <a:r>
              <a:rPr lang="en-US" sz="2400" b="1" dirty="0"/>
              <a:t>All studies and statistics point to an increase in the demand for the data scientist job in the future.</a:t>
            </a:r>
            <a:endParaRPr lang="ar-EG" sz="2400" b="1" dirty="0"/>
          </a:p>
        </p:txBody>
      </p:sp>
    </p:spTree>
    <p:extLst>
      <p:ext uri="{BB962C8B-B14F-4D97-AF65-F5344CB8AC3E}">
        <p14:creationId xmlns:p14="http://schemas.microsoft.com/office/powerpoint/2010/main" val="1401587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74072"/>
            <a:ext cx="10131425" cy="1456267"/>
          </a:xfrm>
        </p:spPr>
        <p:txBody>
          <a:bodyPr>
            <a:normAutofit/>
          </a:bodyPr>
          <a:lstStyle/>
          <a:p>
            <a:r>
              <a:rPr lang="en-US" sz="4800" b="1" u="sng" dirty="0"/>
              <a:t>The importance of data science:</a:t>
            </a:r>
            <a:endParaRPr lang="ar-EG" sz="4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30339"/>
            <a:ext cx="10131425" cy="465512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400" b="1" dirty="0"/>
              <a:t>The importance of data science lies in its entry into almost all industries, as it serves as a fuel for </a:t>
            </a:r>
            <a:r>
              <a:rPr lang="en-US" sz="2400" b="1" dirty="0" smtClean="0"/>
              <a:t>industries, or </a:t>
            </a:r>
            <a:r>
              <a:rPr lang="en-US" sz="2400" b="1" dirty="0"/>
              <a:t>new electricity without which industries cannot exist. The data-driven approach helps data scientists </a:t>
            </a:r>
            <a:r>
              <a:rPr lang="en-US" sz="2400" b="1" dirty="0" smtClean="0"/>
              <a:t>in companies </a:t>
            </a:r>
            <a:r>
              <a:rPr lang="en-US" sz="2400" b="1" dirty="0"/>
              <a:t>analyze large amounts of data; To extract different visions with different meanings.</a:t>
            </a:r>
          </a:p>
          <a:p>
            <a:pPr marL="0" indent="0" algn="l">
              <a:buNone/>
            </a:pPr>
            <a:r>
              <a:rPr lang="en-US" sz="2400" b="1" dirty="0"/>
              <a:t>These insights are invaluable in helping companies assess their performance in the labor market. </a:t>
            </a:r>
          </a:p>
          <a:p>
            <a:pPr marL="0" indent="0" algn="l">
              <a:buNone/>
            </a:pPr>
            <a:r>
              <a:rPr lang="en-US" sz="2400" b="1" dirty="0"/>
              <a:t>Data science is not only applied to commercial industries, but the healthcare sector uses data science as well. </a:t>
            </a:r>
          </a:p>
          <a:p>
            <a:pPr marL="0" indent="0" algn="l">
              <a:buNone/>
            </a:pPr>
            <a:r>
              <a:rPr lang="en-US" sz="2400" b="1" dirty="0"/>
              <a:t>The application of this technology helps in identifying microscopic tumors and abnormalities at an early </a:t>
            </a:r>
            <a:r>
              <a:rPr lang="en-US" sz="2400" b="1" dirty="0" smtClean="0"/>
              <a:t>stage of </a:t>
            </a:r>
            <a:r>
              <a:rPr lang="en-US" sz="2400" b="1" dirty="0"/>
              <a:t>diagnosis.</a:t>
            </a:r>
            <a:endParaRPr lang="ar-EG" sz="2400" b="1" dirty="0"/>
          </a:p>
        </p:txBody>
      </p:sp>
    </p:spTree>
    <p:extLst>
      <p:ext uri="{BB962C8B-B14F-4D97-AF65-F5344CB8AC3E}">
        <p14:creationId xmlns:p14="http://schemas.microsoft.com/office/powerpoint/2010/main" val="3944594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25</TotalTime>
  <Words>585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Celestial</vt:lpstr>
      <vt:lpstr>Data Science</vt:lpstr>
      <vt:lpstr>PowerPoint Presentation</vt:lpstr>
      <vt:lpstr>PowerPoint Presentation</vt:lpstr>
      <vt:lpstr>what is data science ?</vt:lpstr>
      <vt:lpstr>Stages of the data science process:</vt:lpstr>
      <vt:lpstr>Some facts and figures about data science:</vt:lpstr>
      <vt:lpstr>The importance of data science: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My PC</dc:creator>
  <cp:lastModifiedBy>My PC</cp:lastModifiedBy>
  <cp:revision>3</cp:revision>
  <dcterms:created xsi:type="dcterms:W3CDTF">2022-01-20T14:59:38Z</dcterms:created>
  <dcterms:modified xsi:type="dcterms:W3CDTF">2022-01-20T15:24:49Z</dcterms:modified>
</cp:coreProperties>
</file>