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1"/>
  </p:sldMasterIdLst>
  <p:notesMasterIdLst>
    <p:notesMasterId r:id="rId20"/>
  </p:notesMasterIdLst>
  <p:handoutMasterIdLst>
    <p:handoutMasterId r:id="rId21"/>
  </p:handoutMasterIdLst>
  <p:sldIdLst>
    <p:sldId id="256"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3" r:id="rId16"/>
    <p:sldId id="272" r:id="rId17"/>
    <p:sldId id="274" r:id="rId18"/>
    <p:sldId id="276"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y PC" initials="MP" lastIdx="1" clrIdx="0">
    <p:extLst>
      <p:ext uri="{19B8F6BF-5375-455C-9EA6-DF929625EA0E}">
        <p15:presenceInfo xmlns:p15="http://schemas.microsoft.com/office/powerpoint/2012/main" userId="My PC"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0EF9E0-C2B1-8DB0-857F-4BAD45269DD2}" v="51" dt="2022-01-02T08:59:18.804"/>
    <p1510:client id="{F3E2BF37-91C8-4A97-BFC7-99A350EEF5F1}" v="75" dt="2022-01-02T08:55:14.4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5202B0CA-FC54-4496-8BCA-5EF66A818D29}" styleName="Dark Style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12" autoAdjust="0"/>
    <p:restoredTop sz="94660"/>
  </p:normalViewPr>
  <p:slideViewPr>
    <p:cSldViewPr snapToGrid="0">
      <p:cViewPr varScale="1">
        <p:scale>
          <a:sx n="73" d="100"/>
          <a:sy n="73" d="100"/>
        </p:scale>
        <p:origin x="540" y="72"/>
      </p:cViewPr>
      <p:guideLst/>
    </p:cSldViewPr>
  </p:slideViewPr>
  <p:notesTextViewPr>
    <p:cViewPr>
      <p:scale>
        <a:sx n="1" d="1"/>
        <a:sy n="1" d="1"/>
      </p:scale>
      <p:origin x="0" y="0"/>
    </p:cViewPr>
  </p:notesTextViewPr>
  <p:notesViewPr>
    <p:cSldViewPr snapToGrid="0" showGuides="1">
      <p:cViewPr varScale="1">
        <p:scale>
          <a:sx n="56" d="100"/>
          <a:sy n="56" d="100"/>
        </p:scale>
        <p:origin x="2856"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ommentAuthors" Target="commentAuthors.xml"/><Relationship Id="rId27"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BA95616-903F-48C7-8FEC-A1F9C59D3C03}" type="doc">
      <dgm:prSet loTypeId="urn:microsoft.com/office/officeart/2005/8/layout/bProcess4" loCatId="process" qsTypeId="urn:microsoft.com/office/officeart/2005/8/quickstyle/simple1" qsCatId="simple" csTypeId="urn:microsoft.com/office/officeart/2005/8/colors/accent1_2" csCatId="accent1" phldr="1"/>
      <dgm:spPr/>
      <dgm:t>
        <a:bodyPr/>
        <a:lstStyle/>
        <a:p>
          <a:endParaRPr lang="en-US"/>
        </a:p>
      </dgm:t>
    </dgm:pt>
    <dgm:pt modelId="{B8C0B0B9-89D8-4923-BC8C-DE7C36CCACE3}">
      <dgm:prSet phldrT="[Text]"/>
      <dgm:spPr/>
      <dgm:t>
        <a:bodyPr/>
        <a:lstStyle/>
        <a:p>
          <a:pPr rtl="0"/>
          <a:r>
            <a:rPr lang="en-US" b="1" dirty="0" smtClean="0">
              <a:solidFill>
                <a:schemeClr val="bg1">
                  <a:lumMod val="95000"/>
                  <a:lumOff val="5000"/>
                </a:schemeClr>
              </a:solidFill>
              <a:effectLst/>
            </a:rPr>
            <a:t>1-Official project name </a:t>
          </a:r>
          <a:endParaRPr lang="en-US" dirty="0">
            <a:solidFill>
              <a:schemeClr val="bg1">
                <a:lumMod val="95000"/>
                <a:lumOff val="5000"/>
              </a:schemeClr>
            </a:solidFill>
          </a:endParaRPr>
        </a:p>
      </dgm:t>
    </dgm:pt>
    <dgm:pt modelId="{D6C473AF-0492-4B2B-BE30-E7DFD108938B}" type="parTrans" cxnId="{14E8438D-10EF-4B9B-9E80-81BAE6B2B1DC}">
      <dgm:prSet/>
      <dgm:spPr/>
      <dgm:t>
        <a:bodyPr/>
        <a:lstStyle/>
        <a:p>
          <a:endParaRPr lang="en-US">
            <a:solidFill>
              <a:schemeClr val="bg1">
                <a:lumMod val="95000"/>
                <a:lumOff val="5000"/>
              </a:schemeClr>
            </a:solidFill>
          </a:endParaRPr>
        </a:p>
      </dgm:t>
    </dgm:pt>
    <dgm:pt modelId="{A86F8B02-4FC6-4B64-9976-B61C877AD377}" type="sibTrans" cxnId="{14E8438D-10EF-4B9B-9E80-81BAE6B2B1DC}">
      <dgm:prSet/>
      <dgm:spPr/>
      <dgm:t>
        <a:bodyPr/>
        <a:lstStyle/>
        <a:p>
          <a:endParaRPr lang="en-US">
            <a:solidFill>
              <a:schemeClr val="bg1">
                <a:lumMod val="95000"/>
                <a:lumOff val="5000"/>
              </a:schemeClr>
            </a:solidFill>
          </a:endParaRPr>
        </a:p>
      </dgm:t>
    </dgm:pt>
    <dgm:pt modelId="{067E3887-8DE0-495D-8997-E4EAC8F3107B}">
      <dgm:prSet phldrT="[Text]"/>
      <dgm:spPr/>
      <dgm:t>
        <a:bodyPr/>
        <a:lstStyle/>
        <a:p>
          <a:pPr rtl="0"/>
          <a:r>
            <a:rPr lang="en-US" b="1" dirty="0" smtClean="0">
              <a:solidFill>
                <a:schemeClr val="bg1">
                  <a:lumMod val="95000"/>
                  <a:lumOff val="5000"/>
                </a:schemeClr>
              </a:solidFill>
              <a:effectLst/>
            </a:rPr>
            <a:t>2-Project sponsor and its contact information</a:t>
          </a:r>
          <a:endParaRPr lang="en-US" dirty="0">
            <a:solidFill>
              <a:schemeClr val="bg1">
                <a:lumMod val="95000"/>
                <a:lumOff val="5000"/>
              </a:schemeClr>
            </a:solidFill>
          </a:endParaRPr>
        </a:p>
      </dgm:t>
    </dgm:pt>
    <dgm:pt modelId="{B333AC51-96D8-4788-96C2-72450FBCA539}" type="parTrans" cxnId="{A30668E1-3CAF-4481-B8DE-02E276F7C2A0}">
      <dgm:prSet/>
      <dgm:spPr/>
      <dgm:t>
        <a:bodyPr/>
        <a:lstStyle/>
        <a:p>
          <a:endParaRPr lang="en-US">
            <a:solidFill>
              <a:schemeClr val="bg1">
                <a:lumMod val="95000"/>
                <a:lumOff val="5000"/>
              </a:schemeClr>
            </a:solidFill>
          </a:endParaRPr>
        </a:p>
      </dgm:t>
    </dgm:pt>
    <dgm:pt modelId="{4F3DBBD9-6E98-491A-B6E6-B7160C6A5F9A}" type="sibTrans" cxnId="{A30668E1-3CAF-4481-B8DE-02E276F7C2A0}">
      <dgm:prSet/>
      <dgm:spPr/>
      <dgm:t>
        <a:bodyPr/>
        <a:lstStyle/>
        <a:p>
          <a:endParaRPr lang="en-US">
            <a:solidFill>
              <a:schemeClr val="bg1">
                <a:lumMod val="95000"/>
                <a:lumOff val="5000"/>
              </a:schemeClr>
            </a:solidFill>
          </a:endParaRPr>
        </a:p>
      </dgm:t>
    </dgm:pt>
    <dgm:pt modelId="{7CCF77A7-6C99-4713-B70E-37B502EA099C}">
      <dgm:prSet phldrT="[Text]"/>
      <dgm:spPr/>
      <dgm:t>
        <a:bodyPr/>
        <a:lstStyle/>
        <a:p>
          <a:r>
            <a:rPr lang="en-US" b="1" dirty="0" smtClean="0">
              <a:solidFill>
                <a:schemeClr val="bg1">
                  <a:lumMod val="95000"/>
                  <a:lumOff val="5000"/>
                </a:schemeClr>
              </a:solidFill>
              <a:effectLst/>
            </a:rPr>
            <a:t>3-Project manager and its contact information</a:t>
          </a:r>
          <a:endParaRPr lang="en-US" dirty="0">
            <a:solidFill>
              <a:schemeClr val="bg1">
                <a:lumMod val="95000"/>
                <a:lumOff val="5000"/>
              </a:schemeClr>
            </a:solidFill>
          </a:endParaRPr>
        </a:p>
      </dgm:t>
    </dgm:pt>
    <dgm:pt modelId="{64F1134B-5AD1-4BD2-9D2E-387A14D4C5F1}" type="parTrans" cxnId="{91A887FD-019B-4392-BCC2-4FE011DCCD0F}">
      <dgm:prSet/>
      <dgm:spPr/>
      <dgm:t>
        <a:bodyPr/>
        <a:lstStyle/>
        <a:p>
          <a:endParaRPr lang="en-US">
            <a:solidFill>
              <a:schemeClr val="bg1">
                <a:lumMod val="95000"/>
                <a:lumOff val="5000"/>
              </a:schemeClr>
            </a:solidFill>
          </a:endParaRPr>
        </a:p>
      </dgm:t>
    </dgm:pt>
    <dgm:pt modelId="{42C85380-F8B6-427B-9682-DCAC463C2ECE}" type="sibTrans" cxnId="{91A887FD-019B-4392-BCC2-4FE011DCCD0F}">
      <dgm:prSet/>
      <dgm:spPr/>
      <dgm:t>
        <a:bodyPr/>
        <a:lstStyle/>
        <a:p>
          <a:endParaRPr lang="en-US">
            <a:solidFill>
              <a:schemeClr val="bg1">
                <a:lumMod val="95000"/>
                <a:lumOff val="5000"/>
              </a:schemeClr>
            </a:solidFill>
          </a:endParaRPr>
        </a:p>
      </dgm:t>
    </dgm:pt>
    <dgm:pt modelId="{23AB02CF-3AD2-417E-BC94-9FD8EEDED2FE}">
      <dgm:prSet phldrT="[Text]"/>
      <dgm:spPr/>
      <dgm:t>
        <a:bodyPr/>
        <a:lstStyle/>
        <a:p>
          <a:pPr rtl="0"/>
          <a:r>
            <a:rPr lang="en-US" b="1" dirty="0" smtClean="0">
              <a:solidFill>
                <a:schemeClr val="bg1">
                  <a:lumMod val="95000"/>
                  <a:lumOff val="5000"/>
                </a:schemeClr>
              </a:solidFill>
              <a:effectLst/>
            </a:rPr>
            <a:t>6-Key deliverables of the project</a:t>
          </a:r>
          <a:endParaRPr lang="en-US" dirty="0">
            <a:solidFill>
              <a:schemeClr val="bg1">
                <a:lumMod val="95000"/>
                <a:lumOff val="5000"/>
              </a:schemeClr>
            </a:solidFill>
          </a:endParaRPr>
        </a:p>
      </dgm:t>
    </dgm:pt>
    <dgm:pt modelId="{308960F1-632B-4ABE-B7DF-EE27CBA75B4A}" type="parTrans" cxnId="{438596C1-0859-4530-AE4D-1B1935521964}">
      <dgm:prSet/>
      <dgm:spPr/>
      <dgm:t>
        <a:bodyPr/>
        <a:lstStyle/>
        <a:p>
          <a:endParaRPr lang="en-US">
            <a:solidFill>
              <a:schemeClr val="bg1">
                <a:lumMod val="95000"/>
                <a:lumOff val="5000"/>
              </a:schemeClr>
            </a:solidFill>
          </a:endParaRPr>
        </a:p>
      </dgm:t>
    </dgm:pt>
    <dgm:pt modelId="{BEB10DFB-BB16-41F4-8393-9213747AD668}" type="sibTrans" cxnId="{438596C1-0859-4530-AE4D-1B1935521964}">
      <dgm:prSet/>
      <dgm:spPr/>
      <dgm:t>
        <a:bodyPr/>
        <a:lstStyle/>
        <a:p>
          <a:endParaRPr lang="en-US">
            <a:solidFill>
              <a:schemeClr val="bg1">
                <a:lumMod val="95000"/>
                <a:lumOff val="5000"/>
              </a:schemeClr>
            </a:solidFill>
          </a:endParaRPr>
        </a:p>
      </dgm:t>
    </dgm:pt>
    <dgm:pt modelId="{800D57AE-FE5D-4E7B-B92A-FAA272A21756}">
      <dgm:prSet phldrT="[Text]"/>
      <dgm:spPr/>
      <dgm:t>
        <a:bodyPr/>
        <a:lstStyle/>
        <a:p>
          <a:pPr rtl="0"/>
          <a:r>
            <a:rPr lang="en-US" b="1" dirty="0" smtClean="0">
              <a:solidFill>
                <a:schemeClr val="bg1">
                  <a:lumMod val="95000"/>
                  <a:lumOff val="5000"/>
                </a:schemeClr>
              </a:solidFill>
              <a:effectLst/>
            </a:rPr>
            <a:t>5-Business case for the project</a:t>
          </a:r>
          <a:endParaRPr lang="en-US" dirty="0">
            <a:solidFill>
              <a:schemeClr val="bg1">
                <a:lumMod val="95000"/>
                <a:lumOff val="5000"/>
              </a:schemeClr>
            </a:solidFill>
          </a:endParaRPr>
        </a:p>
      </dgm:t>
    </dgm:pt>
    <dgm:pt modelId="{EDEEBEEB-1FE6-497D-B13C-F55F2A6E9C1E}" type="parTrans" cxnId="{2608CD9B-C108-4E2F-9850-2F39EF34501B}">
      <dgm:prSet/>
      <dgm:spPr/>
      <dgm:t>
        <a:bodyPr/>
        <a:lstStyle/>
        <a:p>
          <a:endParaRPr lang="en-US">
            <a:solidFill>
              <a:schemeClr val="bg1">
                <a:lumMod val="95000"/>
                <a:lumOff val="5000"/>
              </a:schemeClr>
            </a:solidFill>
          </a:endParaRPr>
        </a:p>
      </dgm:t>
    </dgm:pt>
    <dgm:pt modelId="{AC8E6742-C7BC-4DC5-9EDF-DB1737003EE5}" type="sibTrans" cxnId="{2608CD9B-C108-4E2F-9850-2F39EF34501B}">
      <dgm:prSet/>
      <dgm:spPr/>
      <dgm:t>
        <a:bodyPr/>
        <a:lstStyle/>
        <a:p>
          <a:endParaRPr lang="en-US">
            <a:solidFill>
              <a:schemeClr val="bg1">
                <a:lumMod val="95000"/>
                <a:lumOff val="5000"/>
              </a:schemeClr>
            </a:solidFill>
          </a:endParaRPr>
        </a:p>
      </dgm:t>
    </dgm:pt>
    <dgm:pt modelId="{24F2C9D4-7B8F-4BD7-ABAE-D420A14687F0}">
      <dgm:prSet phldrT="[Text]"/>
      <dgm:spPr/>
      <dgm:t>
        <a:bodyPr/>
        <a:lstStyle/>
        <a:p>
          <a:pPr rtl="0"/>
          <a:r>
            <a:rPr lang="en-US" b="1" dirty="0" smtClean="0">
              <a:solidFill>
                <a:schemeClr val="bg1">
                  <a:lumMod val="95000"/>
                  <a:lumOff val="5000"/>
                </a:schemeClr>
              </a:solidFill>
              <a:effectLst/>
            </a:rPr>
            <a:t>4-Purpose of the project</a:t>
          </a:r>
          <a:endParaRPr lang="en-US" dirty="0">
            <a:solidFill>
              <a:schemeClr val="bg1">
                <a:lumMod val="95000"/>
                <a:lumOff val="5000"/>
              </a:schemeClr>
            </a:solidFill>
          </a:endParaRPr>
        </a:p>
      </dgm:t>
    </dgm:pt>
    <dgm:pt modelId="{7B54119D-057A-451A-97A7-0D094E8E0A46}" type="parTrans" cxnId="{C38DF2F7-E6E1-4132-86CC-50880BE33E7E}">
      <dgm:prSet/>
      <dgm:spPr/>
      <dgm:t>
        <a:bodyPr/>
        <a:lstStyle/>
        <a:p>
          <a:endParaRPr lang="en-US">
            <a:solidFill>
              <a:schemeClr val="bg1">
                <a:lumMod val="95000"/>
                <a:lumOff val="5000"/>
              </a:schemeClr>
            </a:solidFill>
          </a:endParaRPr>
        </a:p>
      </dgm:t>
    </dgm:pt>
    <dgm:pt modelId="{BB30401E-54AC-47B6-B729-F059BF8A4B7F}" type="sibTrans" cxnId="{C38DF2F7-E6E1-4132-86CC-50880BE33E7E}">
      <dgm:prSet/>
      <dgm:spPr/>
      <dgm:t>
        <a:bodyPr/>
        <a:lstStyle/>
        <a:p>
          <a:endParaRPr lang="en-US">
            <a:solidFill>
              <a:schemeClr val="bg1">
                <a:lumMod val="95000"/>
                <a:lumOff val="5000"/>
              </a:schemeClr>
            </a:solidFill>
          </a:endParaRPr>
        </a:p>
      </dgm:t>
    </dgm:pt>
    <dgm:pt modelId="{06099A9C-B7C5-470B-AF9F-12C386C82B34}">
      <dgm:prSet phldrT="[Text]"/>
      <dgm:spPr/>
      <dgm:t>
        <a:bodyPr/>
        <a:lstStyle/>
        <a:p>
          <a:pPr rtl="0"/>
          <a:r>
            <a:rPr lang="en-US" b="1" dirty="0" smtClean="0">
              <a:solidFill>
                <a:schemeClr val="bg1">
                  <a:lumMod val="95000"/>
                  <a:lumOff val="5000"/>
                </a:schemeClr>
              </a:solidFill>
              <a:effectLst/>
            </a:rPr>
            <a:t>7-Project resources, budget</a:t>
          </a:r>
          <a:endParaRPr lang="en-US" dirty="0">
            <a:solidFill>
              <a:schemeClr val="bg1">
                <a:lumMod val="95000"/>
                <a:lumOff val="5000"/>
              </a:schemeClr>
            </a:solidFill>
          </a:endParaRPr>
        </a:p>
      </dgm:t>
    </dgm:pt>
    <dgm:pt modelId="{843FB6FC-3508-4B19-BC17-F803D5A12A9E}" type="parTrans" cxnId="{85518BBA-C56A-4205-B934-E3E28A81614E}">
      <dgm:prSet/>
      <dgm:spPr/>
      <dgm:t>
        <a:bodyPr/>
        <a:lstStyle/>
        <a:p>
          <a:endParaRPr lang="en-US">
            <a:solidFill>
              <a:schemeClr val="bg1">
                <a:lumMod val="95000"/>
                <a:lumOff val="5000"/>
              </a:schemeClr>
            </a:solidFill>
          </a:endParaRPr>
        </a:p>
      </dgm:t>
    </dgm:pt>
    <dgm:pt modelId="{2353E6AA-E2FF-482F-82B0-8AF6E3A8706C}" type="sibTrans" cxnId="{85518BBA-C56A-4205-B934-E3E28A81614E}">
      <dgm:prSet/>
      <dgm:spPr/>
      <dgm:t>
        <a:bodyPr/>
        <a:lstStyle/>
        <a:p>
          <a:endParaRPr lang="en-US">
            <a:solidFill>
              <a:schemeClr val="bg1">
                <a:lumMod val="95000"/>
                <a:lumOff val="5000"/>
              </a:schemeClr>
            </a:solidFill>
          </a:endParaRPr>
        </a:p>
      </dgm:t>
    </dgm:pt>
    <dgm:pt modelId="{FDEE3935-D544-47AC-B8EB-0AC3A3BFA238}">
      <dgm:prSet phldrT="[Text]"/>
      <dgm:spPr/>
      <dgm:t>
        <a:bodyPr/>
        <a:lstStyle/>
        <a:p>
          <a:pPr rtl="0"/>
          <a:r>
            <a:rPr lang="en-US" b="1" dirty="0" smtClean="0">
              <a:solidFill>
                <a:schemeClr val="bg1">
                  <a:lumMod val="95000"/>
                  <a:lumOff val="5000"/>
                </a:schemeClr>
              </a:solidFill>
              <a:effectLst/>
            </a:rPr>
            <a:t>8-Time</a:t>
          </a:r>
          <a:endParaRPr lang="en-US" dirty="0">
            <a:solidFill>
              <a:schemeClr val="bg1">
                <a:lumMod val="95000"/>
                <a:lumOff val="5000"/>
              </a:schemeClr>
            </a:solidFill>
          </a:endParaRPr>
        </a:p>
      </dgm:t>
    </dgm:pt>
    <dgm:pt modelId="{CACE7CE0-92C2-4D8D-9DD6-2E560F4EA523}" type="parTrans" cxnId="{15905CFA-7E07-4937-8437-8B0DCF7152C0}">
      <dgm:prSet/>
      <dgm:spPr/>
      <dgm:t>
        <a:bodyPr/>
        <a:lstStyle/>
        <a:p>
          <a:endParaRPr lang="en-US">
            <a:solidFill>
              <a:schemeClr val="bg1">
                <a:lumMod val="95000"/>
                <a:lumOff val="5000"/>
              </a:schemeClr>
            </a:solidFill>
          </a:endParaRPr>
        </a:p>
      </dgm:t>
    </dgm:pt>
    <dgm:pt modelId="{7255944D-8D9C-4714-A39B-28D986754BC8}" type="sibTrans" cxnId="{15905CFA-7E07-4937-8437-8B0DCF7152C0}">
      <dgm:prSet/>
      <dgm:spPr/>
      <dgm:t>
        <a:bodyPr/>
        <a:lstStyle/>
        <a:p>
          <a:endParaRPr lang="en-US">
            <a:solidFill>
              <a:schemeClr val="bg1">
                <a:lumMod val="95000"/>
                <a:lumOff val="5000"/>
              </a:schemeClr>
            </a:solidFill>
          </a:endParaRPr>
        </a:p>
      </dgm:t>
    </dgm:pt>
    <dgm:pt modelId="{37BBACBC-09B0-4B6D-B1B8-DC8A7F8862BC}">
      <dgm:prSet phldrT="[Text]"/>
      <dgm:spPr/>
      <dgm:t>
        <a:bodyPr/>
        <a:lstStyle/>
        <a:p>
          <a:pPr rtl="0"/>
          <a:r>
            <a:rPr lang="en-US" b="1" dirty="0" smtClean="0">
              <a:solidFill>
                <a:schemeClr val="bg1">
                  <a:lumMod val="95000"/>
                  <a:lumOff val="5000"/>
                </a:schemeClr>
              </a:solidFill>
              <a:effectLst/>
            </a:rPr>
            <a:t>9-High-level risks</a:t>
          </a:r>
          <a:endParaRPr lang="en-US" dirty="0">
            <a:solidFill>
              <a:schemeClr val="bg1">
                <a:lumMod val="95000"/>
                <a:lumOff val="5000"/>
              </a:schemeClr>
            </a:solidFill>
          </a:endParaRPr>
        </a:p>
      </dgm:t>
    </dgm:pt>
    <dgm:pt modelId="{5375D6BE-2123-4870-ABB9-D9E1E66853FC}" type="parTrans" cxnId="{5C92EF61-CA8D-4206-9E0D-3F9214E6098E}">
      <dgm:prSet/>
      <dgm:spPr/>
      <dgm:t>
        <a:bodyPr/>
        <a:lstStyle/>
        <a:p>
          <a:endParaRPr lang="en-US">
            <a:solidFill>
              <a:schemeClr val="bg1">
                <a:lumMod val="95000"/>
                <a:lumOff val="5000"/>
              </a:schemeClr>
            </a:solidFill>
          </a:endParaRPr>
        </a:p>
      </dgm:t>
    </dgm:pt>
    <dgm:pt modelId="{82106F27-DB9B-427A-A75A-C396670C940F}" type="sibTrans" cxnId="{5C92EF61-CA8D-4206-9E0D-3F9214E6098E}">
      <dgm:prSet/>
      <dgm:spPr/>
      <dgm:t>
        <a:bodyPr/>
        <a:lstStyle/>
        <a:p>
          <a:endParaRPr lang="en-US">
            <a:solidFill>
              <a:schemeClr val="bg1">
                <a:lumMod val="95000"/>
                <a:lumOff val="5000"/>
              </a:schemeClr>
            </a:solidFill>
          </a:endParaRPr>
        </a:p>
      </dgm:t>
    </dgm:pt>
    <dgm:pt modelId="{1961A132-24E6-4CB3-AB5E-0B3AEAB12121}" type="pres">
      <dgm:prSet presAssocID="{BBA95616-903F-48C7-8FEC-A1F9C59D3C03}" presName="Name0" presStyleCnt="0">
        <dgm:presLayoutVars>
          <dgm:dir/>
          <dgm:resizeHandles/>
        </dgm:presLayoutVars>
      </dgm:prSet>
      <dgm:spPr/>
      <dgm:t>
        <a:bodyPr/>
        <a:lstStyle/>
        <a:p>
          <a:endParaRPr lang="en-US"/>
        </a:p>
      </dgm:t>
    </dgm:pt>
    <dgm:pt modelId="{63FD4D61-E813-46A8-B224-ACC563A4AF3A}" type="pres">
      <dgm:prSet presAssocID="{B8C0B0B9-89D8-4923-BC8C-DE7C36CCACE3}" presName="compNode" presStyleCnt="0"/>
      <dgm:spPr/>
    </dgm:pt>
    <dgm:pt modelId="{C726448E-267D-45F3-8CF9-51C2C4B28AB8}" type="pres">
      <dgm:prSet presAssocID="{B8C0B0B9-89D8-4923-BC8C-DE7C36CCACE3}" presName="dummyConnPt" presStyleCnt="0"/>
      <dgm:spPr/>
    </dgm:pt>
    <dgm:pt modelId="{2FFA7515-6446-4052-8C93-B6B1D43D7F93}" type="pres">
      <dgm:prSet presAssocID="{B8C0B0B9-89D8-4923-BC8C-DE7C36CCACE3}" presName="node" presStyleLbl="node1" presStyleIdx="0" presStyleCnt="9">
        <dgm:presLayoutVars>
          <dgm:bulletEnabled val="1"/>
        </dgm:presLayoutVars>
      </dgm:prSet>
      <dgm:spPr/>
      <dgm:t>
        <a:bodyPr/>
        <a:lstStyle/>
        <a:p>
          <a:endParaRPr lang="en-US"/>
        </a:p>
      </dgm:t>
    </dgm:pt>
    <dgm:pt modelId="{6B45991D-2287-4A09-811D-7012045601AF}" type="pres">
      <dgm:prSet presAssocID="{A86F8B02-4FC6-4B64-9976-B61C877AD377}" presName="sibTrans" presStyleLbl="bgSibTrans2D1" presStyleIdx="0" presStyleCnt="8"/>
      <dgm:spPr/>
      <dgm:t>
        <a:bodyPr/>
        <a:lstStyle/>
        <a:p>
          <a:endParaRPr lang="en-US"/>
        </a:p>
      </dgm:t>
    </dgm:pt>
    <dgm:pt modelId="{E3DE9286-2F62-456C-AC72-88377BD1A51F}" type="pres">
      <dgm:prSet presAssocID="{067E3887-8DE0-495D-8997-E4EAC8F3107B}" presName="compNode" presStyleCnt="0"/>
      <dgm:spPr/>
    </dgm:pt>
    <dgm:pt modelId="{C0E41F11-1289-4D74-94D4-66A82688EB49}" type="pres">
      <dgm:prSet presAssocID="{067E3887-8DE0-495D-8997-E4EAC8F3107B}" presName="dummyConnPt" presStyleCnt="0"/>
      <dgm:spPr/>
    </dgm:pt>
    <dgm:pt modelId="{E4E6F6E5-A3D2-45DC-A170-C353E790B4F4}" type="pres">
      <dgm:prSet presAssocID="{067E3887-8DE0-495D-8997-E4EAC8F3107B}" presName="node" presStyleLbl="node1" presStyleIdx="1" presStyleCnt="9">
        <dgm:presLayoutVars>
          <dgm:bulletEnabled val="1"/>
        </dgm:presLayoutVars>
      </dgm:prSet>
      <dgm:spPr/>
      <dgm:t>
        <a:bodyPr/>
        <a:lstStyle/>
        <a:p>
          <a:endParaRPr lang="en-US"/>
        </a:p>
      </dgm:t>
    </dgm:pt>
    <dgm:pt modelId="{F6F524ED-E467-47C3-BE34-3C0D9D1F3F75}" type="pres">
      <dgm:prSet presAssocID="{4F3DBBD9-6E98-491A-B6E6-B7160C6A5F9A}" presName="sibTrans" presStyleLbl="bgSibTrans2D1" presStyleIdx="1" presStyleCnt="8"/>
      <dgm:spPr/>
      <dgm:t>
        <a:bodyPr/>
        <a:lstStyle/>
        <a:p>
          <a:endParaRPr lang="en-US"/>
        </a:p>
      </dgm:t>
    </dgm:pt>
    <dgm:pt modelId="{64AE7A73-C14D-4563-83AA-FBD1C3E62119}" type="pres">
      <dgm:prSet presAssocID="{7CCF77A7-6C99-4713-B70E-37B502EA099C}" presName="compNode" presStyleCnt="0"/>
      <dgm:spPr/>
    </dgm:pt>
    <dgm:pt modelId="{4A6E6E00-475F-48A7-BE46-87060107F2A1}" type="pres">
      <dgm:prSet presAssocID="{7CCF77A7-6C99-4713-B70E-37B502EA099C}" presName="dummyConnPt" presStyleCnt="0"/>
      <dgm:spPr/>
    </dgm:pt>
    <dgm:pt modelId="{6B3D5F51-CCE3-4BD4-AE19-30238FE7FF9B}" type="pres">
      <dgm:prSet presAssocID="{7CCF77A7-6C99-4713-B70E-37B502EA099C}" presName="node" presStyleLbl="node1" presStyleIdx="2" presStyleCnt="9">
        <dgm:presLayoutVars>
          <dgm:bulletEnabled val="1"/>
        </dgm:presLayoutVars>
      </dgm:prSet>
      <dgm:spPr/>
      <dgm:t>
        <a:bodyPr/>
        <a:lstStyle/>
        <a:p>
          <a:endParaRPr lang="en-US"/>
        </a:p>
      </dgm:t>
    </dgm:pt>
    <dgm:pt modelId="{927B36CA-3BDA-459A-8D82-B3A4F48B04F9}" type="pres">
      <dgm:prSet presAssocID="{42C85380-F8B6-427B-9682-DCAC463C2ECE}" presName="sibTrans" presStyleLbl="bgSibTrans2D1" presStyleIdx="2" presStyleCnt="8"/>
      <dgm:spPr/>
      <dgm:t>
        <a:bodyPr/>
        <a:lstStyle/>
        <a:p>
          <a:endParaRPr lang="en-US"/>
        </a:p>
      </dgm:t>
    </dgm:pt>
    <dgm:pt modelId="{6436DFDD-97FF-4CE9-8E5D-3FEDEF9F6ECF}" type="pres">
      <dgm:prSet presAssocID="{23AB02CF-3AD2-417E-BC94-9FD8EEDED2FE}" presName="compNode" presStyleCnt="0"/>
      <dgm:spPr/>
    </dgm:pt>
    <dgm:pt modelId="{BF27F227-91EC-4F4A-A04E-38AA4DCFB9C2}" type="pres">
      <dgm:prSet presAssocID="{23AB02CF-3AD2-417E-BC94-9FD8EEDED2FE}" presName="dummyConnPt" presStyleCnt="0"/>
      <dgm:spPr/>
    </dgm:pt>
    <dgm:pt modelId="{AB820B0A-7E82-47A6-89B4-D8A43478BB7F}" type="pres">
      <dgm:prSet presAssocID="{23AB02CF-3AD2-417E-BC94-9FD8EEDED2FE}" presName="node" presStyleLbl="node1" presStyleIdx="3" presStyleCnt="9">
        <dgm:presLayoutVars>
          <dgm:bulletEnabled val="1"/>
        </dgm:presLayoutVars>
      </dgm:prSet>
      <dgm:spPr/>
      <dgm:t>
        <a:bodyPr/>
        <a:lstStyle/>
        <a:p>
          <a:endParaRPr lang="en-US"/>
        </a:p>
      </dgm:t>
    </dgm:pt>
    <dgm:pt modelId="{3D1F818D-6B54-42D2-9E6A-89A7BCF14DE6}" type="pres">
      <dgm:prSet presAssocID="{BEB10DFB-BB16-41F4-8393-9213747AD668}" presName="sibTrans" presStyleLbl="bgSibTrans2D1" presStyleIdx="3" presStyleCnt="8"/>
      <dgm:spPr/>
      <dgm:t>
        <a:bodyPr/>
        <a:lstStyle/>
        <a:p>
          <a:endParaRPr lang="en-US"/>
        </a:p>
      </dgm:t>
    </dgm:pt>
    <dgm:pt modelId="{4A4EABE4-C4B1-4050-A73F-C26FEAD08E3E}" type="pres">
      <dgm:prSet presAssocID="{800D57AE-FE5D-4E7B-B92A-FAA272A21756}" presName="compNode" presStyleCnt="0"/>
      <dgm:spPr/>
    </dgm:pt>
    <dgm:pt modelId="{39F88617-2ABE-4573-960E-9644CDF30E4E}" type="pres">
      <dgm:prSet presAssocID="{800D57AE-FE5D-4E7B-B92A-FAA272A21756}" presName="dummyConnPt" presStyleCnt="0"/>
      <dgm:spPr/>
    </dgm:pt>
    <dgm:pt modelId="{B43FC0E8-5F88-4CC3-92AA-C6B1C65F7217}" type="pres">
      <dgm:prSet presAssocID="{800D57AE-FE5D-4E7B-B92A-FAA272A21756}" presName="node" presStyleLbl="node1" presStyleIdx="4" presStyleCnt="9">
        <dgm:presLayoutVars>
          <dgm:bulletEnabled val="1"/>
        </dgm:presLayoutVars>
      </dgm:prSet>
      <dgm:spPr/>
      <dgm:t>
        <a:bodyPr/>
        <a:lstStyle/>
        <a:p>
          <a:endParaRPr lang="en-US"/>
        </a:p>
      </dgm:t>
    </dgm:pt>
    <dgm:pt modelId="{0165DA76-4602-4A1A-8D99-F8E885093656}" type="pres">
      <dgm:prSet presAssocID="{AC8E6742-C7BC-4DC5-9EDF-DB1737003EE5}" presName="sibTrans" presStyleLbl="bgSibTrans2D1" presStyleIdx="4" presStyleCnt="8"/>
      <dgm:spPr/>
      <dgm:t>
        <a:bodyPr/>
        <a:lstStyle/>
        <a:p>
          <a:endParaRPr lang="en-US"/>
        </a:p>
      </dgm:t>
    </dgm:pt>
    <dgm:pt modelId="{E4B47EF9-6274-4EFE-A743-5541E6F3C6D5}" type="pres">
      <dgm:prSet presAssocID="{24F2C9D4-7B8F-4BD7-ABAE-D420A14687F0}" presName="compNode" presStyleCnt="0"/>
      <dgm:spPr/>
    </dgm:pt>
    <dgm:pt modelId="{51F2C469-526B-4BEB-B0E3-5D5A40E943DC}" type="pres">
      <dgm:prSet presAssocID="{24F2C9D4-7B8F-4BD7-ABAE-D420A14687F0}" presName="dummyConnPt" presStyleCnt="0"/>
      <dgm:spPr/>
    </dgm:pt>
    <dgm:pt modelId="{13CF75C3-9600-4507-9D97-0541C6FB7CA0}" type="pres">
      <dgm:prSet presAssocID="{24F2C9D4-7B8F-4BD7-ABAE-D420A14687F0}" presName="node" presStyleLbl="node1" presStyleIdx="5" presStyleCnt="9">
        <dgm:presLayoutVars>
          <dgm:bulletEnabled val="1"/>
        </dgm:presLayoutVars>
      </dgm:prSet>
      <dgm:spPr/>
      <dgm:t>
        <a:bodyPr/>
        <a:lstStyle/>
        <a:p>
          <a:endParaRPr lang="en-US"/>
        </a:p>
      </dgm:t>
    </dgm:pt>
    <dgm:pt modelId="{4273BF41-082D-4701-B652-961201DB00C3}" type="pres">
      <dgm:prSet presAssocID="{BB30401E-54AC-47B6-B729-F059BF8A4B7F}" presName="sibTrans" presStyleLbl="bgSibTrans2D1" presStyleIdx="5" presStyleCnt="8"/>
      <dgm:spPr/>
      <dgm:t>
        <a:bodyPr/>
        <a:lstStyle/>
        <a:p>
          <a:endParaRPr lang="en-US"/>
        </a:p>
      </dgm:t>
    </dgm:pt>
    <dgm:pt modelId="{97CC0BE0-9097-4512-B11F-2E29487FB386}" type="pres">
      <dgm:prSet presAssocID="{06099A9C-B7C5-470B-AF9F-12C386C82B34}" presName="compNode" presStyleCnt="0"/>
      <dgm:spPr/>
    </dgm:pt>
    <dgm:pt modelId="{C5B99242-1B31-43A5-8009-7422E12E6774}" type="pres">
      <dgm:prSet presAssocID="{06099A9C-B7C5-470B-AF9F-12C386C82B34}" presName="dummyConnPt" presStyleCnt="0"/>
      <dgm:spPr/>
    </dgm:pt>
    <dgm:pt modelId="{660F61A5-CDC3-466A-9267-4780C101FC3F}" type="pres">
      <dgm:prSet presAssocID="{06099A9C-B7C5-470B-AF9F-12C386C82B34}" presName="node" presStyleLbl="node1" presStyleIdx="6" presStyleCnt="9">
        <dgm:presLayoutVars>
          <dgm:bulletEnabled val="1"/>
        </dgm:presLayoutVars>
      </dgm:prSet>
      <dgm:spPr/>
      <dgm:t>
        <a:bodyPr/>
        <a:lstStyle/>
        <a:p>
          <a:endParaRPr lang="en-US"/>
        </a:p>
      </dgm:t>
    </dgm:pt>
    <dgm:pt modelId="{3EC0CB59-3515-41A6-A20B-1FD961DF46F8}" type="pres">
      <dgm:prSet presAssocID="{2353E6AA-E2FF-482F-82B0-8AF6E3A8706C}" presName="sibTrans" presStyleLbl="bgSibTrans2D1" presStyleIdx="6" presStyleCnt="8"/>
      <dgm:spPr/>
      <dgm:t>
        <a:bodyPr/>
        <a:lstStyle/>
        <a:p>
          <a:endParaRPr lang="en-US"/>
        </a:p>
      </dgm:t>
    </dgm:pt>
    <dgm:pt modelId="{57161EA1-6C90-4A7E-932E-BB9FFCCDCAD5}" type="pres">
      <dgm:prSet presAssocID="{FDEE3935-D544-47AC-B8EB-0AC3A3BFA238}" presName="compNode" presStyleCnt="0"/>
      <dgm:spPr/>
    </dgm:pt>
    <dgm:pt modelId="{0027CC7A-0751-41FA-A67F-87E99F657E1A}" type="pres">
      <dgm:prSet presAssocID="{FDEE3935-D544-47AC-B8EB-0AC3A3BFA238}" presName="dummyConnPt" presStyleCnt="0"/>
      <dgm:spPr/>
    </dgm:pt>
    <dgm:pt modelId="{708751CC-9F2A-4353-A3E5-B0A7A40B6C30}" type="pres">
      <dgm:prSet presAssocID="{FDEE3935-D544-47AC-B8EB-0AC3A3BFA238}" presName="node" presStyleLbl="node1" presStyleIdx="7" presStyleCnt="9">
        <dgm:presLayoutVars>
          <dgm:bulletEnabled val="1"/>
        </dgm:presLayoutVars>
      </dgm:prSet>
      <dgm:spPr/>
      <dgm:t>
        <a:bodyPr/>
        <a:lstStyle/>
        <a:p>
          <a:endParaRPr lang="en-US"/>
        </a:p>
      </dgm:t>
    </dgm:pt>
    <dgm:pt modelId="{AC2C9E26-CAD2-490E-A5D6-C49BAF5B268C}" type="pres">
      <dgm:prSet presAssocID="{7255944D-8D9C-4714-A39B-28D986754BC8}" presName="sibTrans" presStyleLbl="bgSibTrans2D1" presStyleIdx="7" presStyleCnt="8"/>
      <dgm:spPr/>
      <dgm:t>
        <a:bodyPr/>
        <a:lstStyle/>
        <a:p>
          <a:endParaRPr lang="en-US"/>
        </a:p>
      </dgm:t>
    </dgm:pt>
    <dgm:pt modelId="{11E08F95-3A67-45DC-A4DD-5A0B3BB42BFD}" type="pres">
      <dgm:prSet presAssocID="{37BBACBC-09B0-4B6D-B1B8-DC8A7F8862BC}" presName="compNode" presStyleCnt="0"/>
      <dgm:spPr/>
    </dgm:pt>
    <dgm:pt modelId="{3C1D93BD-A957-4511-B26E-44C7F18B1E1F}" type="pres">
      <dgm:prSet presAssocID="{37BBACBC-09B0-4B6D-B1B8-DC8A7F8862BC}" presName="dummyConnPt" presStyleCnt="0"/>
      <dgm:spPr/>
    </dgm:pt>
    <dgm:pt modelId="{35C3F994-B8EB-4FB8-9F81-B51952791BBD}" type="pres">
      <dgm:prSet presAssocID="{37BBACBC-09B0-4B6D-B1B8-DC8A7F8862BC}" presName="node" presStyleLbl="node1" presStyleIdx="8" presStyleCnt="9">
        <dgm:presLayoutVars>
          <dgm:bulletEnabled val="1"/>
        </dgm:presLayoutVars>
      </dgm:prSet>
      <dgm:spPr/>
      <dgm:t>
        <a:bodyPr/>
        <a:lstStyle/>
        <a:p>
          <a:endParaRPr lang="en-US"/>
        </a:p>
      </dgm:t>
    </dgm:pt>
  </dgm:ptLst>
  <dgm:cxnLst>
    <dgm:cxn modelId="{C38DF2F7-E6E1-4132-86CC-50880BE33E7E}" srcId="{BBA95616-903F-48C7-8FEC-A1F9C59D3C03}" destId="{24F2C9D4-7B8F-4BD7-ABAE-D420A14687F0}" srcOrd="5" destOrd="0" parTransId="{7B54119D-057A-451A-97A7-0D094E8E0A46}" sibTransId="{BB30401E-54AC-47B6-B729-F059BF8A4B7F}"/>
    <dgm:cxn modelId="{15905CFA-7E07-4937-8437-8B0DCF7152C0}" srcId="{BBA95616-903F-48C7-8FEC-A1F9C59D3C03}" destId="{FDEE3935-D544-47AC-B8EB-0AC3A3BFA238}" srcOrd="7" destOrd="0" parTransId="{CACE7CE0-92C2-4D8D-9DD6-2E560F4EA523}" sibTransId="{7255944D-8D9C-4714-A39B-28D986754BC8}"/>
    <dgm:cxn modelId="{AFAACE44-6C3A-4E0D-BEC7-42617FA85646}" type="presOf" srcId="{2353E6AA-E2FF-482F-82B0-8AF6E3A8706C}" destId="{3EC0CB59-3515-41A6-A20B-1FD961DF46F8}" srcOrd="0" destOrd="0" presId="urn:microsoft.com/office/officeart/2005/8/layout/bProcess4"/>
    <dgm:cxn modelId="{B5627FED-F242-49B7-B6DC-4ECF615726B9}" type="presOf" srcId="{BEB10DFB-BB16-41F4-8393-9213747AD668}" destId="{3D1F818D-6B54-42D2-9E6A-89A7BCF14DE6}" srcOrd="0" destOrd="0" presId="urn:microsoft.com/office/officeart/2005/8/layout/bProcess4"/>
    <dgm:cxn modelId="{360283B3-7F00-4A70-931C-891C6F7A571F}" type="presOf" srcId="{FDEE3935-D544-47AC-B8EB-0AC3A3BFA238}" destId="{708751CC-9F2A-4353-A3E5-B0A7A40B6C30}" srcOrd="0" destOrd="0" presId="urn:microsoft.com/office/officeart/2005/8/layout/bProcess4"/>
    <dgm:cxn modelId="{E1D846F6-AB59-484E-B526-3C9CF04B4ED2}" type="presOf" srcId="{AC8E6742-C7BC-4DC5-9EDF-DB1737003EE5}" destId="{0165DA76-4602-4A1A-8D99-F8E885093656}" srcOrd="0" destOrd="0" presId="urn:microsoft.com/office/officeart/2005/8/layout/bProcess4"/>
    <dgm:cxn modelId="{483C6BA1-8E6E-452E-9775-FB7FC04242E0}" type="presOf" srcId="{06099A9C-B7C5-470B-AF9F-12C386C82B34}" destId="{660F61A5-CDC3-466A-9267-4780C101FC3F}" srcOrd="0" destOrd="0" presId="urn:microsoft.com/office/officeart/2005/8/layout/bProcess4"/>
    <dgm:cxn modelId="{E4190BDD-B634-4E51-9D03-70A16C4B8161}" type="presOf" srcId="{24F2C9D4-7B8F-4BD7-ABAE-D420A14687F0}" destId="{13CF75C3-9600-4507-9D97-0541C6FB7CA0}" srcOrd="0" destOrd="0" presId="urn:microsoft.com/office/officeart/2005/8/layout/bProcess4"/>
    <dgm:cxn modelId="{3D93F5AC-C58D-479B-AFA7-C08E6DCD8052}" type="presOf" srcId="{067E3887-8DE0-495D-8997-E4EAC8F3107B}" destId="{E4E6F6E5-A3D2-45DC-A170-C353E790B4F4}" srcOrd="0" destOrd="0" presId="urn:microsoft.com/office/officeart/2005/8/layout/bProcess4"/>
    <dgm:cxn modelId="{E18170E4-29C4-42B0-918D-B0B902D08955}" type="presOf" srcId="{37BBACBC-09B0-4B6D-B1B8-DC8A7F8862BC}" destId="{35C3F994-B8EB-4FB8-9F81-B51952791BBD}" srcOrd="0" destOrd="0" presId="urn:microsoft.com/office/officeart/2005/8/layout/bProcess4"/>
    <dgm:cxn modelId="{BFF16A06-E080-4579-8826-343A1E7CFF4E}" type="presOf" srcId="{23AB02CF-3AD2-417E-BC94-9FD8EEDED2FE}" destId="{AB820B0A-7E82-47A6-89B4-D8A43478BB7F}" srcOrd="0" destOrd="0" presId="urn:microsoft.com/office/officeart/2005/8/layout/bProcess4"/>
    <dgm:cxn modelId="{85518BBA-C56A-4205-B934-E3E28A81614E}" srcId="{BBA95616-903F-48C7-8FEC-A1F9C59D3C03}" destId="{06099A9C-B7C5-470B-AF9F-12C386C82B34}" srcOrd="6" destOrd="0" parTransId="{843FB6FC-3508-4B19-BC17-F803D5A12A9E}" sibTransId="{2353E6AA-E2FF-482F-82B0-8AF6E3A8706C}"/>
    <dgm:cxn modelId="{F50C08B2-7F05-46B1-93FE-837AD1D96432}" type="presOf" srcId="{BBA95616-903F-48C7-8FEC-A1F9C59D3C03}" destId="{1961A132-24E6-4CB3-AB5E-0B3AEAB12121}" srcOrd="0" destOrd="0" presId="urn:microsoft.com/office/officeart/2005/8/layout/bProcess4"/>
    <dgm:cxn modelId="{EC0F210D-E1C2-46BF-A95F-34CD408F0021}" type="presOf" srcId="{A86F8B02-4FC6-4B64-9976-B61C877AD377}" destId="{6B45991D-2287-4A09-811D-7012045601AF}" srcOrd="0" destOrd="0" presId="urn:microsoft.com/office/officeart/2005/8/layout/bProcess4"/>
    <dgm:cxn modelId="{2608CD9B-C108-4E2F-9850-2F39EF34501B}" srcId="{BBA95616-903F-48C7-8FEC-A1F9C59D3C03}" destId="{800D57AE-FE5D-4E7B-B92A-FAA272A21756}" srcOrd="4" destOrd="0" parTransId="{EDEEBEEB-1FE6-497D-B13C-F55F2A6E9C1E}" sibTransId="{AC8E6742-C7BC-4DC5-9EDF-DB1737003EE5}"/>
    <dgm:cxn modelId="{5C92EF61-CA8D-4206-9E0D-3F9214E6098E}" srcId="{BBA95616-903F-48C7-8FEC-A1F9C59D3C03}" destId="{37BBACBC-09B0-4B6D-B1B8-DC8A7F8862BC}" srcOrd="8" destOrd="0" parTransId="{5375D6BE-2123-4870-ABB9-D9E1E66853FC}" sibTransId="{82106F27-DB9B-427A-A75A-C396670C940F}"/>
    <dgm:cxn modelId="{707B1249-50A8-4EA4-8892-B261F84F0E43}" type="presOf" srcId="{7255944D-8D9C-4714-A39B-28D986754BC8}" destId="{AC2C9E26-CAD2-490E-A5D6-C49BAF5B268C}" srcOrd="0" destOrd="0" presId="urn:microsoft.com/office/officeart/2005/8/layout/bProcess4"/>
    <dgm:cxn modelId="{14E8438D-10EF-4B9B-9E80-81BAE6B2B1DC}" srcId="{BBA95616-903F-48C7-8FEC-A1F9C59D3C03}" destId="{B8C0B0B9-89D8-4923-BC8C-DE7C36CCACE3}" srcOrd="0" destOrd="0" parTransId="{D6C473AF-0492-4B2B-BE30-E7DFD108938B}" sibTransId="{A86F8B02-4FC6-4B64-9976-B61C877AD377}"/>
    <dgm:cxn modelId="{91A887FD-019B-4392-BCC2-4FE011DCCD0F}" srcId="{BBA95616-903F-48C7-8FEC-A1F9C59D3C03}" destId="{7CCF77A7-6C99-4713-B70E-37B502EA099C}" srcOrd="2" destOrd="0" parTransId="{64F1134B-5AD1-4BD2-9D2E-387A14D4C5F1}" sibTransId="{42C85380-F8B6-427B-9682-DCAC463C2ECE}"/>
    <dgm:cxn modelId="{1C022CD6-9AAD-4D6C-A3F2-E150B235B862}" type="presOf" srcId="{7CCF77A7-6C99-4713-B70E-37B502EA099C}" destId="{6B3D5F51-CCE3-4BD4-AE19-30238FE7FF9B}" srcOrd="0" destOrd="0" presId="urn:microsoft.com/office/officeart/2005/8/layout/bProcess4"/>
    <dgm:cxn modelId="{6169CBE9-D6AD-4D9A-A9BF-03D908371B75}" type="presOf" srcId="{4F3DBBD9-6E98-491A-B6E6-B7160C6A5F9A}" destId="{F6F524ED-E467-47C3-BE34-3C0D9D1F3F75}" srcOrd="0" destOrd="0" presId="urn:microsoft.com/office/officeart/2005/8/layout/bProcess4"/>
    <dgm:cxn modelId="{75CFF05E-B62A-4184-93BE-FC1AACD73284}" type="presOf" srcId="{42C85380-F8B6-427B-9682-DCAC463C2ECE}" destId="{927B36CA-3BDA-459A-8D82-B3A4F48B04F9}" srcOrd="0" destOrd="0" presId="urn:microsoft.com/office/officeart/2005/8/layout/bProcess4"/>
    <dgm:cxn modelId="{41FC536E-8501-4113-B6B2-5C5B3D86423E}" type="presOf" srcId="{BB30401E-54AC-47B6-B729-F059BF8A4B7F}" destId="{4273BF41-082D-4701-B652-961201DB00C3}" srcOrd="0" destOrd="0" presId="urn:microsoft.com/office/officeart/2005/8/layout/bProcess4"/>
    <dgm:cxn modelId="{A30668E1-3CAF-4481-B8DE-02E276F7C2A0}" srcId="{BBA95616-903F-48C7-8FEC-A1F9C59D3C03}" destId="{067E3887-8DE0-495D-8997-E4EAC8F3107B}" srcOrd="1" destOrd="0" parTransId="{B333AC51-96D8-4788-96C2-72450FBCA539}" sibTransId="{4F3DBBD9-6E98-491A-B6E6-B7160C6A5F9A}"/>
    <dgm:cxn modelId="{438596C1-0859-4530-AE4D-1B1935521964}" srcId="{BBA95616-903F-48C7-8FEC-A1F9C59D3C03}" destId="{23AB02CF-3AD2-417E-BC94-9FD8EEDED2FE}" srcOrd="3" destOrd="0" parTransId="{308960F1-632B-4ABE-B7DF-EE27CBA75B4A}" sibTransId="{BEB10DFB-BB16-41F4-8393-9213747AD668}"/>
    <dgm:cxn modelId="{FE5AAA6B-5104-4B47-ACA6-3FBE1220210E}" type="presOf" srcId="{800D57AE-FE5D-4E7B-B92A-FAA272A21756}" destId="{B43FC0E8-5F88-4CC3-92AA-C6B1C65F7217}" srcOrd="0" destOrd="0" presId="urn:microsoft.com/office/officeart/2005/8/layout/bProcess4"/>
    <dgm:cxn modelId="{555FA42E-1CE8-493C-B03E-52667FF7ADA3}" type="presOf" srcId="{B8C0B0B9-89D8-4923-BC8C-DE7C36CCACE3}" destId="{2FFA7515-6446-4052-8C93-B6B1D43D7F93}" srcOrd="0" destOrd="0" presId="urn:microsoft.com/office/officeart/2005/8/layout/bProcess4"/>
    <dgm:cxn modelId="{54C1797B-16B8-4CD4-A7E2-454F0EA678B6}" type="presParOf" srcId="{1961A132-24E6-4CB3-AB5E-0B3AEAB12121}" destId="{63FD4D61-E813-46A8-B224-ACC563A4AF3A}" srcOrd="0" destOrd="0" presId="urn:microsoft.com/office/officeart/2005/8/layout/bProcess4"/>
    <dgm:cxn modelId="{E38B0C80-77C6-4DCC-B3CA-F50EA5AD177C}" type="presParOf" srcId="{63FD4D61-E813-46A8-B224-ACC563A4AF3A}" destId="{C726448E-267D-45F3-8CF9-51C2C4B28AB8}" srcOrd="0" destOrd="0" presId="urn:microsoft.com/office/officeart/2005/8/layout/bProcess4"/>
    <dgm:cxn modelId="{3D7A7981-7EA0-4B40-9C6F-426BEBB975FB}" type="presParOf" srcId="{63FD4D61-E813-46A8-B224-ACC563A4AF3A}" destId="{2FFA7515-6446-4052-8C93-B6B1D43D7F93}" srcOrd="1" destOrd="0" presId="urn:microsoft.com/office/officeart/2005/8/layout/bProcess4"/>
    <dgm:cxn modelId="{4C308181-2A29-49A4-BC12-1BA84426753F}" type="presParOf" srcId="{1961A132-24E6-4CB3-AB5E-0B3AEAB12121}" destId="{6B45991D-2287-4A09-811D-7012045601AF}" srcOrd="1" destOrd="0" presId="urn:microsoft.com/office/officeart/2005/8/layout/bProcess4"/>
    <dgm:cxn modelId="{96E5AFBE-2510-4DFD-BEDC-829EDC5DF9C2}" type="presParOf" srcId="{1961A132-24E6-4CB3-AB5E-0B3AEAB12121}" destId="{E3DE9286-2F62-456C-AC72-88377BD1A51F}" srcOrd="2" destOrd="0" presId="urn:microsoft.com/office/officeart/2005/8/layout/bProcess4"/>
    <dgm:cxn modelId="{159951A9-6E02-44E6-9C24-8DF42A129E8C}" type="presParOf" srcId="{E3DE9286-2F62-456C-AC72-88377BD1A51F}" destId="{C0E41F11-1289-4D74-94D4-66A82688EB49}" srcOrd="0" destOrd="0" presId="urn:microsoft.com/office/officeart/2005/8/layout/bProcess4"/>
    <dgm:cxn modelId="{D4671BDC-2B17-4434-8B81-36BE4D20387A}" type="presParOf" srcId="{E3DE9286-2F62-456C-AC72-88377BD1A51F}" destId="{E4E6F6E5-A3D2-45DC-A170-C353E790B4F4}" srcOrd="1" destOrd="0" presId="urn:microsoft.com/office/officeart/2005/8/layout/bProcess4"/>
    <dgm:cxn modelId="{9C197143-DDC4-42F3-AD95-086E8B9F0189}" type="presParOf" srcId="{1961A132-24E6-4CB3-AB5E-0B3AEAB12121}" destId="{F6F524ED-E467-47C3-BE34-3C0D9D1F3F75}" srcOrd="3" destOrd="0" presId="urn:microsoft.com/office/officeart/2005/8/layout/bProcess4"/>
    <dgm:cxn modelId="{73619D74-4AB1-4B96-A357-E59B07CDA668}" type="presParOf" srcId="{1961A132-24E6-4CB3-AB5E-0B3AEAB12121}" destId="{64AE7A73-C14D-4563-83AA-FBD1C3E62119}" srcOrd="4" destOrd="0" presId="urn:microsoft.com/office/officeart/2005/8/layout/bProcess4"/>
    <dgm:cxn modelId="{ACEB75DC-7AF0-4902-B8E9-F0A6EE769339}" type="presParOf" srcId="{64AE7A73-C14D-4563-83AA-FBD1C3E62119}" destId="{4A6E6E00-475F-48A7-BE46-87060107F2A1}" srcOrd="0" destOrd="0" presId="urn:microsoft.com/office/officeart/2005/8/layout/bProcess4"/>
    <dgm:cxn modelId="{51832F5A-793A-40BE-B42E-68FB82B9C1E5}" type="presParOf" srcId="{64AE7A73-C14D-4563-83AA-FBD1C3E62119}" destId="{6B3D5F51-CCE3-4BD4-AE19-30238FE7FF9B}" srcOrd="1" destOrd="0" presId="urn:microsoft.com/office/officeart/2005/8/layout/bProcess4"/>
    <dgm:cxn modelId="{FE03626C-8E20-490F-8886-BA23F3E09D4C}" type="presParOf" srcId="{1961A132-24E6-4CB3-AB5E-0B3AEAB12121}" destId="{927B36CA-3BDA-459A-8D82-B3A4F48B04F9}" srcOrd="5" destOrd="0" presId="urn:microsoft.com/office/officeart/2005/8/layout/bProcess4"/>
    <dgm:cxn modelId="{16BC39FC-8271-4654-8709-EC71323D559F}" type="presParOf" srcId="{1961A132-24E6-4CB3-AB5E-0B3AEAB12121}" destId="{6436DFDD-97FF-4CE9-8E5D-3FEDEF9F6ECF}" srcOrd="6" destOrd="0" presId="urn:microsoft.com/office/officeart/2005/8/layout/bProcess4"/>
    <dgm:cxn modelId="{B58B40F1-6101-4458-A83F-E1F8C53E47EF}" type="presParOf" srcId="{6436DFDD-97FF-4CE9-8E5D-3FEDEF9F6ECF}" destId="{BF27F227-91EC-4F4A-A04E-38AA4DCFB9C2}" srcOrd="0" destOrd="0" presId="urn:microsoft.com/office/officeart/2005/8/layout/bProcess4"/>
    <dgm:cxn modelId="{0788074E-C7FC-4278-A0CC-B27584E5616B}" type="presParOf" srcId="{6436DFDD-97FF-4CE9-8E5D-3FEDEF9F6ECF}" destId="{AB820B0A-7E82-47A6-89B4-D8A43478BB7F}" srcOrd="1" destOrd="0" presId="urn:microsoft.com/office/officeart/2005/8/layout/bProcess4"/>
    <dgm:cxn modelId="{8E616A3C-6046-41A4-8FCC-9AE70D7ED44E}" type="presParOf" srcId="{1961A132-24E6-4CB3-AB5E-0B3AEAB12121}" destId="{3D1F818D-6B54-42D2-9E6A-89A7BCF14DE6}" srcOrd="7" destOrd="0" presId="urn:microsoft.com/office/officeart/2005/8/layout/bProcess4"/>
    <dgm:cxn modelId="{0898F45E-F7A0-4A58-9296-796D845183EE}" type="presParOf" srcId="{1961A132-24E6-4CB3-AB5E-0B3AEAB12121}" destId="{4A4EABE4-C4B1-4050-A73F-C26FEAD08E3E}" srcOrd="8" destOrd="0" presId="urn:microsoft.com/office/officeart/2005/8/layout/bProcess4"/>
    <dgm:cxn modelId="{76399962-9959-44A0-BCD3-F7925D3CB22D}" type="presParOf" srcId="{4A4EABE4-C4B1-4050-A73F-C26FEAD08E3E}" destId="{39F88617-2ABE-4573-960E-9644CDF30E4E}" srcOrd="0" destOrd="0" presId="urn:microsoft.com/office/officeart/2005/8/layout/bProcess4"/>
    <dgm:cxn modelId="{AB755EEB-D556-4498-B336-C0408FE3CAE5}" type="presParOf" srcId="{4A4EABE4-C4B1-4050-A73F-C26FEAD08E3E}" destId="{B43FC0E8-5F88-4CC3-92AA-C6B1C65F7217}" srcOrd="1" destOrd="0" presId="urn:microsoft.com/office/officeart/2005/8/layout/bProcess4"/>
    <dgm:cxn modelId="{52BD9F99-4817-4CB0-AFBE-092180D1A4E3}" type="presParOf" srcId="{1961A132-24E6-4CB3-AB5E-0B3AEAB12121}" destId="{0165DA76-4602-4A1A-8D99-F8E885093656}" srcOrd="9" destOrd="0" presId="urn:microsoft.com/office/officeart/2005/8/layout/bProcess4"/>
    <dgm:cxn modelId="{FCC6800A-ABFC-4B67-BB4D-BEB8FD1038FD}" type="presParOf" srcId="{1961A132-24E6-4CB3-AB5E-0B3AEAB12121}" destId="{E4B47EF9-6274-4EFE-A743-5541E6F3C6D5}" srcOrd="10" destOrd="0" presId="urn:microsoft.com/office/officeart/2005/8/layout/bProcess4"/>
    <dgm:cxn modelId="{39314117-D6D9-408B-97E4-5BC8DF8323DA}" type="presParOf" srcId="{E4B47EF9-6274-4EFE-A743-5541E6F3C6D5}" destId="{51F2C469-526B-4BEB-B0E3-5D5A40E943DC}" srcOrd="0" destOrd="0" presId="urn:microsoft.com/office/officeart/2005/8/layout/bProcess4"/>
    <dgm:cxn modelId="{F62F05E0-BD3C-4BE8-8629-C38E4A9C3E80}" type="presParOf" srcId="{E4B47EF9-6274-4EFE-A743-5541E6F3C6D5}" destId="{13CF75C3-9600-4507-9D97-0541C6FB7CA0}" srcOrd="1" destOrd="0" presId="urn:microsoft.com/office/officeart/2005/8/layout/bProcess4"/>
    <dgm:cxn modelId="{9F27ABF3-CEE8-42AB-88B8-684F0B524731}" type="presParOf" srcId="{1961A132-24E6-4CB3-AB5E-0B3AEAB12121}" destId="{4273BF41-082D-4701-B652-961201DB00C3}" srcOrd="11" destOrd="0" presId="urn:microsoft.com/office/officeart/2005/8/layout/bProcess4"/>
    <dgm:cxn modelId="{61FFEE37-0A84-4DE1-8F24-2AB75BFEFC11}" type="presParOf" srcId="{1961A132-24E6-4CB3-AB5E-0B3AEAB12121}" destId="{97CC0BE0-9097-4512-B11F-2E29487FB386}" srcOrd="12" destOrd="0" presId="urn:microsoft.com/office/officeart/2005/8/layout/bProcess4"/>
    <dgm:cxn modelId="{70E652D1-DFC8-41C9-AE03-3E898D1B9894}" type="presParOf" srcId="{97CC0BE0-9097-4512-B11F-2E29487FB386}" destId="{C5B99242-1B31-43A5-8009-7422E12E6774}" srcOrd="0" destOrd="0" presId="urn:microsoft.com/office/officeart/2005/8/layout/bProcess4"/>
    <dgm:cxn modelId="{8A9E7889-1D6F-4C9E-AA8F-5A8B7907DD2D}" type="presParOf" srcId="{97CC0BE0-9097-4512-B11F-2E29487FB386}" destId="{660F61A5-CDC3-466A-9267-4780C101FC3F}" srcOrd="1" destOrd="0" presId="urn:microsoft.com/office/officeart/2005/8/layout/bProcess4"/>
    <dgm:cxn modelId="{B33E4082-8303-4371-921C-1E8851F8F67B}" type="presParOf" srcId="{1961A132-24E6-4CB3-AB5E-0B3AEAB12121}" destId="{3EC0CB59-3515-41A6-A20B-1FD961DF46F8}" srcOrd="13" destOrd="0" presId="urn:microsoft.com/office/officeart/2005/8/layout/bProcess4"/>
    <dgm:cxn modelId="{BEAE635D-A33E-4FF7-B21F-9D3EAA43A9DC}" type="presParOf" srcId="{1961A132-24E6-4CB3-AB5E-0B3AEAB12121}" destId="{57161EA1-6C90-4A7E-932E-BB9FFCCDCAD5}" srcOrd="14" destOrd="0" presId="urn:microsoft.com/office/officeart/2005/8/layout/bProcess4"/>
    <dgm:cxn modelId="{4D06FA40-F1AC-4914-B913-12521A64F709}" type="presParOf" srcId="{57161EA1-6C90-4A7E-932E-BB9FFCCDCAD5}" destId="{0027CC7A-0751-41FA-A67F-87E99F657E1A}" srcOrd="0" destOrd="0" presId="urn:microsoft.com/office/officeart/2005/8/layout/bProcess4"/>
    <dgm:cxn modelId="{05A33A51-9D23-445E-B32A-0B9AC4752219}" type="presParOf" srcId="{57161EA1-6C90-4A7E-932E-BB9FFCCDCAD5}" destId="{708751CC-9F2A-4353-A3E5-B0A7A40B6C30}" srcOrd="1" destOrd="0" presId="urn:microsoft.com/office/officeart/2005/8/layout/bProcess4"/>
    <dgm:cxn modelId="{4DF8C52D-9227-4329-8108-C40868A6E473}" type="presParOf" srcId="{1961A132-24E6-4CB3-AB5E-0B3AEAB12121}" destId="{AC2C9E26-CAD2-490E-A5D6-C49BAF5B268C}" srcOrd="15" destOrd="0" presId="urn:microsoft.com/office/officeart/2005/8/layout/bProcess4"/>
    <dgm:cxn modelId="{B10AE786-2F57-48DD-9767-3335D171FD23}" type="presParOf" srcId="{1961A132-24E6-4CB3-AB5E-0B3AEAB12121}" destId="{11E08F95-3A67-45DC-A4DD-5A0B3BB42BFD}" srcOrd="16" destOrd="0" presId="urn:microsoft.com/office/officeart/2005/8/layout/bProcess4"/>
    <dgm:cxn modelId="{EE09C3C6-4C43-4493-A693-CBB8374687F8}" type="presParOf" srcId="{11E08F95-3A67-45DC-A4DD-5A0B3BB42BFD}" destId="{3C1D93BD-A957-4511-B26E-44C7F18B1E1F}" srcOrd="0" destOrd="0" presId="urn:microsoft.com/office/officeart/2005/8/layout/bProcess4"/>
    <dgm:cxn modelId="{CBCE740D-4CEB-4633-A934-1CF2129FA635}" type="presParOf" srcId="{11E08F95-3A67-45DC-A4DD-5A0B3BB42BFD}" destId="{35C3F994-B8EB-4FB8-9F81-B51952791BBD}" srcOrd="1" destOrd="0" presId="urn:microsoft.com/office/officeart/2005/8/layout/bProcess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D753097-B0E7-4214-9F62-E0CB165489EC}" type="doc">
      <dgm:prSet loTypeId="urn:microsoft.com/office/officeart/2005/8/layout/venn3" loCatId="relationship" qsTypeId="urn:microsoft.com/office/officeart/2005/8/quickstyle/simple1" qsCatId="simple" csTypeId="urn:microsoft.com/office/officeart/2005/8/colors/accent1_2" csCatId="accent1" phldr="1"/>
      <dgm:spPr/>
      <dgm:t>
        <a:bodyPr/>
        <a:lstStyle/>
        <a:p>
          <a:endParaRPr lang="en-US"/>
        </a:p>
      </dgm:t>
    </dgm:pt>
    <dgm:pt modelId="{FBBC30EF-654A-44C8-9C0B-C3EE8A7C838B}">
      <dgm:prSet phldrT="[Text]"/>
      <dgm:spPr/>
      <dgm:t>
        <a:bodyPr/>
        <a:lstStyle/>
        <a:p>
          <a:r>
            <a:rPr lang="en-US" b="1" i="1" dirty="0" smtClean="0">
              <a:solidFill>
                <a:schemeClr val="bg1"/>
              </a:solidFill>
              <a:latin typeface="Calibri" panose="020F0502020204030204" pitchFamily="34" charset="0"/>
              <a:ea typeface="Times New Roman" panose="02020603050405020304" pitchFamily="18" charset="0"/>
              <a:cs typeface="Times New Roman" panose="02020603050405020304" pitchFamily="18" charset="0"/>
            </a:rPr>
            <a:t>Description</a:t>
          </a:r>
          <a:endParaRPr lang="en-US" b="1" dirty="0">
            <a:solidFill>
              <a:schemeClr val="bg1"/>
            </a:solidFill>
          </a:endParaRPr>
        </a:p>
      </dgm:t>
    </dgm:pt>
    <dgm:pt modelId="{32F0B547-507F-4045-A9F5-AE6E9ABA6AC2}" type="parTrans" cxnId="{AD948594-D426-41F9-92F1-DBF8289EEA3D}">
      <dgm:prSet/>
      <dgm:spPr/>
      <dgm:t>
        <a:bodyPr/>
        <a:lstStyle/>
        <a:p>
          <a:endParaRPr lang="en-US" b="1">
            <a:solidFill>
              <a:schemeClr val="bg1"/>
            </a:solidFill>
          </a:endParaRPr>
        </a:p>
      </dgm:t>
    </dgm:pt>
    <dgm:pt modelId="{C588F6A5-EA5A-4F7B-B966-548EF7DAA236}" type="sibTrans" cxnId="{AD948594-D426-41F9-92F1-DBF8289EEA3D}">
      <dgm:prSet/>
      <dgm:spPr/>
      <dgm:t>
        <a:bodyPr/>
        <a:lstStyle/>
        <a:p>
          <a:endParaRPr lang="en-US" b="1">
            <a:solidFill>
              <a:schemeClr val="bg1"/>
            </a:solidFill>
          </a:endParaRPr>
        </a:p>
      </dgm:t>
    </dgm:pt>
    <dgm:pt modelId="{80FB3844-FEA9-425F-BDD0-D72A3FEDDA9E}">
      <dgm:prSet phldrT="[Text]"/>
      <dgm:spPr/>
      <dgm:t>
        <a:bodyPr/>
        <a:lstStyle/>
        <a:p>
          <a:r>
            <a:rPr lang="en-US" b="1" i="1" dirty="0" smtClean="0">
              <a:solidFill>
                <a:schemeClr val="bg1"/>
              </a:solidFill>
              <a:latin typeface="Calibri" panose="020F0502020204030204" pitchFamily="34" charset="0"/>
              <a:ea typeface="Calibri" panose="020F0502020204030204" pitchFamily="34" charset="0"/>
              <a:cs typeface="Arial" panose="020B0604020202020204" pitchFamily="34" charset="0"/>
            </a:rPr>
            <a:t>Acceptance Criteria</a:t>
          </a:r>
          <a:endParaRPr lang="en-US" b="1" dirty="0">
            <a:solidFill>
              <a:schemeClr val="bg1"/>
            </a:solidFill>
          </a:endParaRPr>
        </a:p>
      </dgm:t>
    </dgm:pt>
    <dgm:pt modelId="{7CEB0CEB-E20E-44A8-8688-F467A1E61BEB}" type="parTrans" cxnId="{230252E0-6A91-4D30-93FF-D1115A7EDBEB}">
      <dgm:prSet/>
      <dgm:spPr/>
      <dgm:t>
        <a:bodyPr/>
        <a:lstStyle/>
        <a:p>
          <a:endParaRPr lang="en-US" b="1">
            <a:solidFill>
              <a:schemeClr val="bg1"/>
            </a:solidFill>
          </a:endParaRPr>
        </a:p>
      </dgm:t>
    </dgm:pt>
    <dgm:pt modelId="{4A08E528-D4E3-4AA4-926A-EB2ED5E54209}" type="sibTrans" cxnId="{230252E0-6A91-4D30-93FF-D1115A7EDBEB}">
      <dgm:prSet/>
      <dgm:spPr/>
      <dgm:t>
        <a:bodyPr/>
        <a:lstStyle/>
        <a:p>
          <a:endParaRPr lang="en-US" b="1">
            <a:solidFill>
              <a:schemeClr val="bg1"/>
            </a:solidFill>
          </a:endParaRPr>
        </a:p>
      </dgm:t>
    </dgm:pt>
    <dgm:pt modelId="{1A98B508-FF25-4059-B07A-C1E271EEF5EB}">
      <dgm:prSet phldrT="[Text]"/>
      <dgm:spPr/>
      <dgm:t>
        <a:bodyPr/>
        <a:lstStyle/>
        <a:p>
          <a:r>
            <a:rPr lang="en-US" b="1" i="1" dirty="0" smtClean="0">
              <a:solidFill>
                <a:schemeClr val="bg1"/>
              </a:solidFill>
              <a:latin typeface="Calibri" panose="020F0502020204030204" pitchFamily="34" charset="0"/>
              <a:ea typeface="Calibri" panose="020F0502020204030204" pitchFamily="34" charset="0"/>
              <a:cs typeface="Arial" panose="020B0604020202020204" pitchFamily="34" charset="0"/>
            </a:rPr>
            <a:t>Exclusions</a:t>
          </a:r>
          <a:endParaRPr lang="en-US" b="1" dirty="0">
            <a:solidFill>
              <a:schemeClr val="bg1"/>
            </a:solidFill>
          </a:endParaRPr>
        </a:p>
      </dgm:t>
    </dgm:pt>
    <dgm:pt modelId="{42534000-C201-41C3-B1AC-E5A4EA53E325}" type="parTrans" cxnId="{85296F00-5836-43A6-A279-DB22BD133524}">
      <dgm:prSet/>
      <dgm:spPr/>
      <dgm:t>
        <a:bodyPr/>
        <a:lstStyle/>
        <a:p>
          <a:endParaRPr lang="en-US" b="1">
            <a:solidFill>
              <a:schemeClr val="bg1"/>
            </a:solidFill>
          </a:endParaRPr>
        </a:p>
      </dgm:t>
    </dgm:pt>
    <dgm:pt modelId="{A192EE20-6198-4A00-BABD-09FA58600FAF}" type="sibTrans" cxnId="{85296F00-5836-43A6-A279-DB22BD133524}">
      <dgm:prSet/>
      <dgm:spPr/>
      <dgm:t>
        <a:bodyPr/>
        <a:lstStyle/>
        <a:p>
          <a:endParaRPr lang="en-US" b="1">
            <a:solidFill>
              <a:schemeClr val="bg1"/>
            </a:solidFill>
          </a:endParaRPr>
        </a:p>
      </dgm:t>
    </dgm:pt>
    <dgm:pt modelId="{C13A586D-FE0B-4E17-BD2A-71D428991443}">
      <dgm:prSet phldrT="[Text]"/>
      <dgm:spPr/>
      <dgm:t>
        <a:bodyPr/>
        <a:lstStyle/>
        <a:p>
          <a:r>
            <a:rPr lang="en-US" b="1" i="1" dirty="0" smtClean="0">
              <a:solidFill>
                <a:schemeClr val="bg1"/>
              </a:solidFill>
              <a:latin typeface="Calibri" panose="020F0502020204030204" pitchFamily="34" charset="0"/>
              <a:ea typeface="Calibri" panose="020F0502020204030204" pitchFamily="34" charset="0"/>
              <a:cs typeface="Arial" panose="020B0604020202020204" pitchFamily="34" charset="0"/>
            </a:rPr>
            <a:t>Deliverables</a:t>
          </a:r>
          <a:endParaRPr lang="en-US" b="1" dirty="0">
            <a:solidFill>
              <a:schemeClr val="bg1"/>
            </a:solidFill>
          </a:endParaRPr>
        </a:p>
      </dgm:t>
    </dgm:pt>
    <dgm:pt modelId="{30EBF56B-20B4-4AE9-B4BF-06B38F39A5D4}" type="parTrans" cxnId="{7914EB71-D1F6-4EA8-906C-300D486AF7C1}">
      <dgm:prSet/>
      <dgm:spPr/>
      <dgm:t>
        <a:bodyPr/>
        <a:lstStyle/>
        <a:p>
          <a:endParaRPr lang="en-US" b="1">
            <a:solidFill>
              <a:schemeClr val="bg1"/>
            </a:solidFill>
          </a:endParaRPr>
        </a:p>
      </dgm:t>
    </dgm:pt>
    <dgm:pt modelId="{F327D1A0-98DE-44DC-8D86-4AD33216E8EC}" type="sibTrans" cxnId="{7914EB71-D1F6-4EA8-906C-300D486AF7C1}">
      <dgm:prSet/>
      <dgm:spPr/>
      <dgm:t>
        <a:bodyPr/>
        <a:lstStyle/>
        <a:p>
          <a:endParaRPr lang="en-US" b="1">
            <a:solidFill>
              <a:schemeClr val="bg1"/>
            </a:solidFill>
          </a:endParaRPr>
        </a:p>
      </dgm:t>
    </dgm:pt>
    <dgm:pt modelId="{7E0155C5-1C58-4AC1-BC15-CA662658CB12}">
      <dgm:prSet/>
      <dgm:spPr/>
      <dgm:t>
        <a:bodyPr/>
        <a:lstStyle/>
        <a:p>
          <a:r>
            <a:rPr lang="en-US" b="1" i="1" smtClean="0">
              <a:solidFill>
                <a:schemeClr val="bg1"/>
              </a:solidFill>
              <a:latin typeface="Calibri" panose="020F0502020204030204" pitchFamily="34" charset="0"/>
              <a:ea typeface="Calibri" panose="020F0502020204030204" pitchFamily="34" charset="0"/>
              <a:cs typeface="Arial" panose="020B0604020202020204" pitchFamily="34" charset="0"/>
            </a:rPr>
            <a:t>Constraints</a:t>
          </a:r>
          <a:endParaRPr lang="ar-EG" b="1">
            <a:solidFill>
              <a:schemeClr val="bg1"/>
            </a:solidFill>
          </a:endParaRPr>
        </a:p>
      </dgm:t>
    </dgm:pt>
    <dgm:pt modelId="{0460C716-244D-439E-81A2-C3CB92FA9F51}" type="parTrans" cxnId="{1155DDB2-606C-406F-9A8C-801EC56B957D}">
      <dgm:prSet/>
      <dgm:spPr/>
      <dgm:t>
        <a:bodyPr/>
        <a:lstStyle/>
        <a:p>
          <a:endParaRPr lang="en-US" b="1">
            <a:solidFill>
              <a:schemeClr val="bg1"/>
            </a:solidFill>
          </a:endParaRPr>
        </a:p>
      </dgm:t>
    </dgm:pt>
    <dgm:pt modelId="{A1539A77-E258-490E-B1BC-D43D123870A4}" type="sibTrans" cxnId="{1155DDB2-606C-406F-9A8C-801EC56B957D}">
      <dgm:prSet/>
      <dgm:spPr/>
      <dgm:t>
        <a:bodyPr/>
        <a:lstStyle/>
        <a:p>
          <a:endParaRPr lang="en-US" b="1">
            <a:solidFill>
              <a:schemeClr val="bg1"/>
            </a:solidFill>
          </a:endParaRPr>
        </a:p>
      </dgm:t>
    </dgm:pt>
    <dgm:pt modelId="{CE297ECE-CAF7-484A-9C89-5853F88BDC60}">
      <dgm:prSet/>
      <dgm:spPr/>
      <dgm:t>
        <a:bodyPr/>
        <a:lstStyle/>
        <a:p>
          <a:r>
            <a:rPr lang="en-US" b="1" i="1" smtClean="0">
              <a:solidFill>
                <a:schemeClr val="bg1"/>
              </a:solidFill>
              <a:latin typeface="Calibri" panose="020F0502020204030204" pitchFamily="34" charset="0"/>
              <a:ea typeface="Calibri" panose="020F0502020204030204" pitchFamily="34" charset="0"/>
              <a:cs typeface="Arial" panose="020B0604020202020204" pitchFamily="34" charset="0"/>
            </a:rPr>
            <a:t>Assumptions</a:t>
          </a:r>
          <a:endParaRPr lang="ar-EG" b="1">
            <a:solidFill>
              <a:schemeClr val="bg1"/>
            </a:solidFill>
          </a:endParaRPr>
        </a:p>
      </dgm:t>
    </dgm:pt>
    <dgm:pt modelId="{1D59BE07-368F-4663-9A41-43C3FC6839EF}" type="parTrans" cxnId="{4B95FE78-36B2-475B-8291-26456C29CC11}">
      <dgm:prSet/>
      <dgm:spPr/>
      <dgm:t>
        <a:bodyPr/>
        <a:lstStyle/>
        <a:p>
          <a:endParaRPr lang="en-US" b="1">
            <a:solidFill>
              <a:schemeClr val="bg1"/>
            </a:solidFill>
          </a:endParaRPr>
        </a:p>
      </dgm:t>
    </dgm:pt>
    <dgm:pt modelId="{C3A62EAA-B5F2-458D-AB39-66681946B787}" type="sibTrans" cxnId="{4B95FE78-36B2-475B-8291-26456C29CC11}">
      <dgm:prSet/>
      <dgm:spPr/>
      <dgm:t>
        <a:bodyPr/>
        <a:lstStyle/>
        <a:p>
          <a:endParaRPr lang="en-US" b="1">
            <a:solidFill>
              <a:schemeClr val="bg1"/>
            </a:solidFill>
          </a:endParaRPr>
        </a:p>
      </dgm:t>
    </dgm:pt>
    <dgm:pt modelId="{48740826-E2B7-476F-952F-0BA4B45D09A1}" type="pres">
      <dgm:prSet presAssocID="{AD753097-B0E7-4214-9F62-E0CB165489EC}" presName="Name0" presStyleCnt="0">
        <dgm:presLayoutVars>
          <dgm:dir/>
          <dgm:resizeHandles val="exact"/>
        </dgm:presLayoutVars>
      </dgm:prSet>
      <dgm:spPr/>
      <dgm:t>
        <a:bodyPr/>
        <a:lstStyle/>
        <a:p>
          <a:endParaRPr lang="en-US"/>
        </a:p>
      </dgm:t>
    </dgm:pt>
    <dgm:pt modelId="{7E5991DB-484D-4372-904D-497CB1B22555}" type="pres">
      <dgm:prSet presAssocID="{FBBC30EF-654A-44C8-9C0B-C3EE8A7C838B}" presName="Name5" presStyleLbl="vennNode1" presStyleIdx="0" presStyleCnt="6">
        <dgm:presLayoutVars>
          <dgm:bulletEnabled val="1"/>
        </dgm:presLayoutVars>
      </dgm:prSet>
      <dgm:spPr/>
      <dgm:t>
        <a:bodyPr/>
        <a:lstStyle/>
        <a:p>
          <a:endParaRPr lang="en-US"/>
        </a:p>
      </dgm:t>
    </dgm:pt>
    <dgm:pt modelId="{2F6AB6D9-E564-4BE3-86FF-0E5AF03E27A1}" type="pres">
      <dgm:prSet presAssocID="{C588F6A5-EA5A-4F7B-B966-548EF7DAA236}" presName="space" presStyleCnt="0"/>
      <dgm:spPr/>
    </dgm:pt>
    <dgm:pt modelId="{EE96ED5A-F63B-46FE-9205-831D619365EB}" type="pres">
      <dgm:prSet presAssocID="{80FB3844-FEA9-425F-BDD0-D72A3FEDDA9E}" presName="Name5" presStyleLbl="vennNode1" presStyleIdx="1" presStyleCnt="6">
        <dgm:presLayoutVars>
          <dgm:bulletEnabled val="1"/>
        </dgm:presLayoutVars>
      </dgm:prSet>
      <dgm:spPr/>
      <dgm:t>
        <a:bodyPr/>
        <a:lstStyle/>
        <a:p>
          <a:endParaRPr lang="en-US"/>
        </a:p>
      </dgm:t>
    </dgm:pt>
    <dgm:pt modelId="{3EA8CD90-A960-4D76-8373-46F3932592C5}" type="pres">
      <dgm:prSet presAssocID="{4A08E528-D4E3-4AA4-926A-EB2ED5E54209}" presName="space" presStyleCnt="0"/>
      <dgm:spPr/>
    </dgm:pt>
    <dgm:pt modelId="{86E6EA31-6D98-47B1-970E-8AFB9808E520}" type="pres">
      <dgm:prSet presAssocID="{1A98B508-FF25-4059-B07A-C1E271EEF5EB}" presName="Name5" presStyleLbl="vennNode1" presStyleIdx="2" presStyleCnt="6">
        <dgm:presLayoutVars>
          <dgm:bulletEnabled val="1"/>
        </dgm:presLayoutVars>
      </dgm:prSet>
      <dgm:spPr/>
      <dgm:t>
        <a:bodyPr/>
        <a:lstStyle/>
        <a:p>
          <a:endParaRPr lang="en-US"/>
        </a:p>
      </dgm:t>
    </dgm:pt>
    <dgm:pt modelId="{993CA223-040C-480C-9025-33185C5A742F}" type="pres">
      <dgm:prSet presAssocID="{A192EE20-6198-4A00-BABD-09FA58600FAF}" presName="space" presStyleCnt="0"/>
      <dgm:spPr/>
    </dgm:pt>
    <dgm:pt modelId="{0B95662A-E1CD-4509-B624-4D99785CFB82}" type="pres">
      <dgm:prSet presAssocID="{C13A586D-FE0B-4E17-BD2A-71D428991443}" presName="Name5" presStyleLbl="vennNode1" presStyleIdx="3" presStyleCnt="6">
        <dgm:presLayoutVars>
          <dgm:bulletEnabled val="1"/>
        </dgm:presLayoutVars>
      </dgm:prSet>
      <dgm:spPr/>
      <dgm:t>
        <a:bodyPr/>
        <a:lstStyle/>
        <a:p>
          <a:endParaRPr lang="en-US"/>
        </a:p>
      </dgm:t>
    </dgm:pt>
    <dgm:pt modelId="{F9B8CAF3-BF54-4639-95E8-D5EAE5577DCE}" type="pres">
      <dgm:prSet presAssocID="{F327D1A0-98DE-44DC-8D86-4AD33216E8EC}" presName="space" presStyleCnt="0"/>
      <dgm:spPr/>
    </dgm:pt>
    <dgm:pt modelId="{DE1F74E9-438B-4658-ACC0-D6996FC0CA65}" type="pres">
      <dgm:prSet presAssocID="{CE297ECE-CAF7-484A-9C89-5853F88BDC60}" presName="Name5" presStyleLbl="vennNode1" presStyleIdx="4" presStyleCnt="6" custLinFactNeighborX="10279" custLinFactNeighborY="1359">
        <dgm:presLayoutVars>
          <dgm:bulletEnabled val="1"/>
        </dgm:presLayoutVars>
      </dgm:prSet>
      <dgm:spPr/>
      <dgm:t>
        <a:bodyPr/>
        <a:lstStyle/>
        <a:p>
          <a:endParaRPr lang="en-US"/>
        </a:p>
      </dgm:t>
    </dgm:pt>
    <dgm:pt modelId="{A946C5D7-D962-4774-8967-5525F3014E57}" type="pres">
      <dgm:prSet presAssocID="{C3A62EAA-B5F2-458D-AB39-66681946B787}" presName="space" presStyleCnt="0"/>
      <dgm:spPr/>
    </dgm:pt>
    <dgm:pt modelId="{65F0C815-E8DE-42F1-9C4A-44D73CAD9CA8}" type="pres">
      <dgm:prSet presAssocID="{7E0155C5-1C58-4AC1-BC15-CA662658CB12}" presName="Name5" presStyleLbl="vennNode1" presStyleIdx="5" presStyleCnt="6" custLinFactNeighborX="109" custLinFactNeighborY="1795">
        <dgm:presLayoutVars>
          <dgm:bulletEnabled val="1"/>
        </dgm:presLayoutVars>
      </dgm:prSet>
      <dgm:spPr/>
      <dgm:t>
        <a:bodyPr/>
        <a:lstStyle/>
        <a:p>
          <a:endParaRPr lang="en-US"/>
        </a:p>
      </dgm:t>
    </dgm:pt>
  </dgm:ptLst>
  <dgm:cxnLst>
    <dgm:cxn modelId="{93E12CC0-6879-4CAF-9085-8C9983F4DCB1}" type="presOf" srcId="{AD753097-B0E7-4214-9F62-E0CB165489EC}" destId="{48740826-E2B7-476F-952F-0BA4B45D09A1}" srcOrd="0" destOrd="0" presId="urn:microsoft.com/office/officeart/2005/8/layout/venn3"/>
    <dgm:cxn modelId="{7914EB71-D1F6-4EA8-906C-300D486AF7C1}" srcId="{AD753097-B0E7-4214-9F62-E0CB165489EC}" destId="{C13A586D-FE0B-4E17-BD2A-71D428991443}" srcOrd="3" destOrd="0" parTransId="{30EBF56B-20B4-4AE9-B4BF-06B38F39A5D4}" sibTransId="{F327D1A0-98DE-44DC-8D86-4AD33216E8EC}"/>
    <dgm:cxn modelId="{230252E0-6A91-4D30-93FF-D1115A7EDBEB}" srcId="{AD753097-B0E7-4214-9F62-E0CB165489EC}" destId="{80FB3844-FEA9-425F-BDD0-D72A3FEDDA9E}" srcOrd="1" destOrd="0" parTransId="{7CEB0CEB-E20E-44A8-8688-F467A1E61BEB}" sibTransId="{4A08E528-D4E3-4AA4-926A-EB2ED5E54209}"/>
    <dgm:cxn modelId="{AB22D752-F67C-44A8-8B6A-A2509BD7957E}" type="presOf" srcId="{FBBC30EF-654A-44C8-9C0B-C3EE8A7C838B}" destId="{7E5991DB-484D-4372-904D-497CB1B22555}" srcOrd="0" destOrd="0" presId="urn:microsoft.com/office/officeart/2005/8/layout/venn3"/>
    <dgm:cxn modelId="{E894C120-D400-4A76-BE62-D92046C95509}" type="presOf" srcId="{C13A586D-FE0B-4E17-BD2A-71D428991443}" destId="{0B95662A-E1CD-4509-B624-4D99785CFB82}" srcOrd="0" destOrd="0" presId="urn:microsoft.com/office/officeart/2005/8/layout/venn3"/>
    <dgm:cxn modelId="{5087735A-5997-472A-B747-D3D0358B093E}" type="presOf" srcId="{80FB3844-FEA9-425F-BDD0-D72A3FEDDA9E}" destId="{EE96ED5A-F63B-46FE-9205-831D619365EB}" srcOrd="0" destOrd="0" presId="urn:microsoft.com/office/officeart/2005/8/layout/venn3"/>
    <dgm:cxn modelId="{1155DDB2-606C-406F-9A8C-801EC56B957D}" srcId="{AD753097-B0E7-4214-9F62-E0CB165489EC}" destId="{7E0155C5-1C58-4AC1-BC15-CA662658CB12}" srcOrd="5" destOrd="0" parTransId="{0460C716-244D-439E-81A2-C3CB92FA9F51}" sibTransId="{A1539A77-E258-490E-B1BC-D43D123870A4}"/>
    <dgm:cxn modelId="{D2EAAA23-09DF-4EC3-BCFE-6086DE27C762}" type="presOf" srcId="{CE297ECE-CAF7-484A-9C89-5853F88BDC60}" destId="{DE1F74E9-438B-4658-ACC0-D6996FC0CA65}" srcOrd="0" destOrd="0" presId="urn:microsoft.com/office/officeart/2005/8/layout/venn3"/>
    <dgm:cxn modelId="{AD948594-D426-41F9-92F1-DBF8289EEA3D}" srcId="{AD753097-B0E7-4214-9F62-E0CB165489EC}" destId="{FBBC30EF-654A-44C8-9C0B-C3EE8A7C838B}" srcOrd="0" destOrd="0" parTransId="{32F0B547-507F-4045-A9F5-AE6E9ABA6AC2}" sibTransId="{C588F6A5-EA5A-4F7B-B966-548EF7DAA236}"/>
    <dgm:cxn modelId="{4B95FE78-36B2-475B-8291-26456C29CC11}" srcId="{AD753097-B0E7-4214-9F62-E0CB165489EC}" destId="{CE297ECE-CAF7-484A-9C89-5853F88BDC60}" srcOrd="4" destOrd="0" parTransId="{1D59BE07-368F-4663-9A41-43C3FC6839EF}" sibTransId="{C3A62EAA-B5F2-458D-AB39-66681946B787}"/>
    <dgm:cxn modelId="{85296F00-5836-43A6-A279-DB22BD133524}" srcId="{AD753097-B0E7-4214-9F62-E0CB165489EC}" destId="{1A98B508-FF25-4059-B07A-C1E271EEF5EB}" srcOrd="2" destOrd="0" parTransId="{42534000-C201-41C3-B1AC-E5A4EA53E325}" sibTransId="{A192EE20-6198-4A00-BABD-09FA58600FAF}"/>
    <dgm:cxn modelId="{DCDE4B4A-B42D-436F-8142-F6972AC8020F}" type="presOf" srcId="{7E0155C5-1C58-4AC1-BC15-CA662658CB12}" destId="{65F0C815-E8DE-42F1-9C4A-44D73CAD9CA8}" srcOrd="0" destOrd="0" presId="urn:microsoft.com/office/officeart/2005/8/layout/venn3"/>
    <dgm:cxn modelId="{E858B438-1982-4774-B25C-7D1B8C50A8A2}" type="presOf" srcId="{1A98B508-FF25-4059-B07A-C1E271EEF5EB}" destId="{86E6EA31-6D98-47B1-970E-8AFB9808E520}" srcOrd="0" destOrd="0" presId="urn:microsoft.com/office/officeart/2005/8/layout/venn3"/>
    <dgm:cxn modelId="{66893721-4109-4559-BD16-9F20662C573A}" type="presParOf" srcId="{48740826-E2B7-476F-952F-0BA4B45D09A1}" destId="{7E5991DB-484D-4372-904D-497CB1B22555}" srcOrd="0" destOrd="0" presId="urn:microsoft.com/office/officeart/2005/8/layout/venn3"/>
    <dgm:cxn modelId="{AA590FF7-921D-4011-ACAC-2429F7FA9C0D}" type="presParOf" srcId="{48740826-E2B7-476F-952F-0BA4B45D09A1}" destId="{2F6AB6D9-E564-4BE3-86FF-0E5AF03E27A1}" srcOrd="1" destOrd="0" presId="urn:microsoft.com/office/officeart/2005/8/layout/venn3"/>
    <dgm:cxn modelId="{A80A28CE-A584-418A-A987-E6FEEDC3805E}" type="presParOf" srcId="{48740826-E2B7-476F-952F-0BA4B45D09A1}" destId="{EE96ED5A-F63B-46FE-9205-831D619365EB}" srcOrd="2" destOrd="0" presId="urn:microsoft.com/office/officeart/2005/8/layout/venn3"/>
    <dgm:cxn modelId="{4A8DD555-D4E1-4946-8E02-486D8C25C41C}" type="presParOf" srcId="{48740826-E2B7-476F-952F-0BA4B45D09A1}" destId="{3EA8CD90-A960-4D76-8373-46F3932592C5}" srcOrd="3" destOrd="0" presId="urn:microsoft.com/office/officeart/2005/8/layout/venn3"/>
    <dgm:cxn modelId="{5A8E53AC-E59F-4E31-855B-E937F9ADB0B8}" type="presParOf" srcId="{48740826-E2B7-476F-952F-0BA4B45D09A1}" destId="{86E6EA31-6D98-47B1-970E-8AFB9808E520}" srcOrd="4" destOrd="0" presId="urn:microsoft.com/office/officeart/2005/8/layout/venn3"/>
    <dgm:cxn modelId="{FFD98CA6-E798-4074-9D36-E80FABB79A35}" type="presParOf" srcId="{48740826-E2B7-476F-952F-0BA4B45D09A1}" destId="{993CA223-040C-480C-9025-33185C5A742F}" srcOrd="5" destOrd="0" presId="urn:microsoft.com/office/officeart/2005/8/layout/venn3"/>
    <dgm:cxn modelId="{CBCF12EF-3DAF-413F-87EE-4B4A69177E51}" type="presParOf" srcId="{48740826-E2B7-476F-952F-0BA4B45D09A1}" destId="{0B95662A-E1CD-4509-B624-4D99785CFB82}" srcOrd="6" destOrd="0" presId="urn:microsoft.com/office/officeart/2005/8/layout/venn3"/>
    <dgm:cxn modelId="{AB4A4BC7-EFDB-4D6F-A855-752B4A895C15}" type="presParOf" srcId="{48740826-E2B7-476F-952F-0BA4B45D09A1}" destId="{F9B8CAF3-BF54-4639-95E8-D5EAE5577DCE}" srcOrd="7" destOrd="0" presId="urn:microsoft.com/office/officeart/2005/8/layout/venn3"/>
    <dgm:cxn modelId="{FE2F602C-B171-4185-868D-0AE8D48A8FDB}" type="presParOf" srcId="{48740826-E2B7-476F-952F-0BA4B45D09A1}" destId="{DE1F74E9-438B-4658-ACC0-D6996FC0CA65}" srcOrd="8" destOrd="0" presId="urn:microsoft.com/office/officeart/2005/8/layout/venn3"/>
    <dgm:cxn modelId="{E31D712C-4229-46D5-850E-F1C69BCC39B9}" type="presParOf" srcId="{48740826-E2B7-476F-952F-0BA4B45D09A1}" destId="{A946C5D7-D962-4774-8967-5525F3014E57}" srcOrd="9" destOrd="0" presId="urn:microsoft.com/office/officeart/2005/8/layout/venn3"/>
    <dgm:cxn modelId="{393EDF77-C44C-4819-A363-20C22EB8E07B}" type="presParOf" srcId="{48740826-E2B7-476F-952F-0BA4B45D09A1}" destId="{65F0C815-E8DE-42F1-9C4A-44D73CAD9CA8}" srcOrd="10" destOrd="0" presId="urn:microsoft.com/office/officeart/2005/8/layout/ven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45991D-2287-4A09-811D-7012045601AF}">
      <dsp:nvSpPr>
        <dsp:cNvPr id="0" name=""/>
        <dsp:cNvSpPr/>
      </dsp:nvSpPr>
      <dsp:spPr>
        <a:xfrm rot="5400000">
          <a:off x="1377969" y="817426"/>
          <a:ext cx="1278645" cy="15420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2FFA7515-6446-4052-8C93-B6B1D43D7F93}">
      <dsp:nvSpPr>
        <dsp:cNvPr id="0" name=""/>
        <dsp:cNvSpPr/>
      </dsp:nvSpPr>
      <dsp:spPr>
        <a:xfrm>
          <a:off x="1671400" y="345"/>
          <a:ext cx="1713414" cy="102804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b="1" kern="1200" dirty="0" smtClean="0">
              <a:solidFill>
                <a:schemeClr val="bg1">
                  <a:lumMod val="95000"/>
                  <a:lumOff val="5000"/>
                </a:schemeClr>
              </a:solidFill>
              <a:effectLst/>
            </a:rPr>
            <a:t>1-Official project name </a:t>
          </a:r>
          <a:endParaRPr lang="en-US" sz="1500" kern="1200" dirty="0">
            <a:solidFill>
              <a:schemeClr val="bg1">
                <a:lumMod val="95000"/>
                <a:lumOff val="5000"/>
              </a:schemeClr>
            </a:solidFill>
          </a:endParaRPr>
        </a:p>
      </dsp:txBody>
      <dsp:txXfrm>
        <a:off x="1701510" y="30455"/>
        <a:ext cx="1653194" cy="967828"/>
      </dsp:txXfrm>
    </dsp:sp>
    <dsp:sp modelId="{F6F524ED-E467-47C3-BE34-3C0D9D1F3F75}">
      <dsp:nvSpPr>
        <dsp:cNvPr id="0" name=""/>
        <dsp:cNvSpPr/>
      </dsp:nvSpPr>
      <dsp:spPr>
        <a:xfrm rot="5400000">
          <a:off x="1377969" y="2102487"/>
          <a:ext cx="1278645" cy="15420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4E6F6E5-A3D2-45DC-A170-C353E790B4F4}">
      <dsp:nvSpPr>
        <dsp:cNvPr id="0" name=""/>
        <dsp:cNvSpPr/>
      </dsp:nvSpPr>
      <dsp:spPr>
        <a:xfrm>
          <a:off x="1671400" y="1285407"/>
          <a:ext cx="1713414" cy="102804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b="1" kern="1200" dirty="0" smtClean="0">
              <a:solidFill>
                <a:schemeClr val="bg1">
                  <a:lumMod val="95000"/>
                  <a:lumOff val="5000"/>
                </a:schemeClr>
              </a:solidFill>
              <a:effectLst/>
            </a:rPr>
            <a:t>2-Project sponsor and its contact information</a:t>
          </a:r>
          <a:endParaRPr lang="en-US" sz="1500" kern="1200" dirty="0">
            <a:solidFill>
              <a:schemeClr val="bg1">
                <a:lumMod val="95000"/>
                <a:lumOff val="5000"/>
              </a:schemeClr>
            </a:solidFill>
          </a:endParaRPr>
        </a:p>
      </dsp:txBody>
      <dsp:txXfrm>
        <a:off x="1701510" y="1315517"/>
        <a:ext cx="1653194" cy="967828"/>
      </dsp:txXfrm>
    </dsp:sp>
    <dsp:sp modelId="{927B36CA-3BDA-459A-8D82-B3A4F48B04F9}">
      <dsp:nvSpPr>
        <dsp:cNvPr id="0" name=""/>
        <dsp:cNvSpPr/>
      </dsp:nvSpPr>
      <dsp:spPr>
        <a:xfrm>
          <a:off x="2020499" y="2745017"/>
          <a:ext cx="2272425" cy="15420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B3D5F51-CCE3-4BD4-AE19-30238FE7FF9B}">
      <dsp:nvSpPr>
        <dsp:cNvPr id="0" name=""/>
        <dsp:cNvSpPr/>
      </dsp:nvSpPr>
      <dsp:spPr>
        <a:xfrm>
          <a:off x="1671400" y="2570468"/>
          <a:ext cx="1713414" cy="102804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a:lnSpc>
              <a:spcPct val="90000"/>
            </a:lnSpc>
            <a:spcBef>
              <a:spcPct val="0"/>
            </a:spcBef>
            <a:spcAft>
              <a:spcPct val="35000"/>
            </a:spcAft>
          </a:pPr>
          <a:r>
            <a:rPr lang="en-US" sz="1500" b="1" kern="1200" dirty="0" smtClean="0">
              <a:solidFill>
                <a:schemeClr val="bg1">
                  <a:lumMod val="95000"/>
                  <a:lumOff val="5000"/>
                </a:schemeClr>
              </a:solidFill>
              <a:effectLst/>
            </a:rPr>
            <a:t>3-Project manager and its contact information</a:t>
          </a:r>
          <a:endParaRPr lang="en-US" sz="1500" kern="1200" dirty="0">
            <a:solidFill>
              <a:schemeClr val="bg1">
                <a:lumMod val="95000"/>
                <a:lumOff val="5000"/>
              </a:schemeClr>
            </a:solidFill>
          </a:endParaRPr>
        </a:p>
      </dsp:txBody>
      <dsp:txXfrm>
        <a:off x="1701510" y="2600578"/>
        <a:ext cx="1653194" cy="967828"/>
      </dsp:txXfrm>
    </dsp:sp>
    <dsp:sp modelId="{3D1F818D-6B54-42D2-9E6A-89A7BCF14DE6}">
      <dsp:nvSpPr>
        <dsp:cNvPr id="0" name=""/>
        <dsp:cNvSpPr/>
      </dsp:nvSpPr>
      <dsp:spPr>
        <a:xfrm rot="16200000">
          <a:off x="3656811" y="2102487"/>
          <a:ext cx="1278645" cy="15420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AB820B0A-7E82-47A6-89B4-D8A43478BB7F}">
      <dsp:nvSpPr>
        <dsp:cNvPr id="0" name=""/>
        <dsp:cNvSpPr/>
      </dsp:nvSpPr>
      <dsp:spPr>
        <a:xfrm>
          <a:off x="3950242" y="2570468"/>
          <a:ext cx="1713414" cy="102804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b="1" kern="1200" dirty="0" smtClean="0">
              <a:solidFill>
                <a:schemeClr val="bg1">
                  <a:lumMod val="95000"/>
                  <a:lumOff val="5000"/>
                </a:schemeClr>
              </a:solidFill>
              <a:effectLst/>
            </a:rPr>
            <a:t>6-Key deliverables of the project</a:t>
          </a:r>
          <a:endParaRPr lang="en-US" sz="1500" kern="1200" dirty="0">
            <a:solidFill>
              <a:schemeClr val="bg1">
                <a:lumMod val="95000"/>
                <a:lumOff val="5000"/>
              </a:schemeClr>
            </a:solidFill>
          </a:endParaRPr>
        </a:p>
      </dsp:txBody>
      <dsp:txXfrm>
        <a:off x="3980352" y="2600578"/>
        <a:ext cx="1653194" cy="967828"/>
      </dsp:txXfrm>
    </dsp:sp>
    <dsp:sp modelId="{0165DA76-4602-4A1A-8D99-F8E885093656}">
      <dsp:nvSpPr>
        <dsp:cNvPr id="0" name=""/>
        <dsp:cNvSpPr/>
      </dsp:nvSpPr>
      <dsp:spPr>
        <a:xfrm rot="16200000">
          <a:off x="3656811" y="817426"/>
          <a:ext cx="1278645" cy="15420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B43FC0E8-5F88-4CC3-92AA-C6B1C65F7217}">
      <dsp:nvSpPr>
        <dsp:cNvPr id="0" name=""/>
        <dsp:cNvSpPr/>
      </dsp:nvSpPr>
      <dsp:spPr>
        <a:xfrm>
          <a:off x="3950242" y="1285407"/>
          <a:ext cx="1713414" cy="102804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b="1" kern="1200" dirty="0" smtClean="0">
              <a:solidFill>
                <a:schemeClr val="bg1">
                  <a:lumMod val="95000"/>
                  <a:lumOff val="5000"/>
                </a:schemeClr>
              </a:solidFill>
              <a:effectLst/>
            </a:rPr>
            <a:t>5-Business case for the project</a:t>
          </a:r>
          <a:endParaRPr lang="en-US" sz="1500" kern="1200" dirty="0">
            <a:solidFill>
              <a:schemeClr val="bg1">
                <a:lumMod val="95000"/>
                <a:lumOff val="5000"/>
              </a:schemeClr>
            </a:solidFill>
          </a:endParaRPr>
        </a:p>
      </dsp:txBody>
      <dsp:txXfrm>
        <a:off x="3980352" y="1315517"/>
        <a:ext cx="1653194" cy="967828"/>
      </dsp:txXfrm>
    </dsp:sp>
    <dsp:sp modelId="{4273BF41-082D-4701-B652-961201DB00C3}">
      <dsp:nvSpPr>
        <dsp:cNvPr id="0" name=""/>
        <dsp:cNvSpPr/>
      </dsp:nvSpPr>
      <dsp:spPr>
        <a:xfrm>
          <a:off x="4299341" y="174895"/>
          <a:ext cx="2272425" cy="15420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13CF75C3-9600-4507-9D97-0541C6FB7CA0}">
      <dsp:nvSpPr>
        <dsp:cNvPr id="0" name=""/>
        <dsp:cNvSpPr/>
      </dsp:nvSpPr>
      <dsp:spPr>
        <a:xfrm>
          <a:off x="3950242" y="345"/>
          <a:ext cx="1713414" cy="102804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b="1" kern="1200" dirty="0" smtClean="0">
              <a:solidFill>
                <a:schemeClr val="bg1">
                  <a:lumMod val="95000"/>
                  <a:lumOff val="5000"/>
                </a:schemeClr>
              </a:solidFill>
              <a:effectLst/>
            </a:rPr>
            <a:t>4-Purpose of the project</a:t>
          </a:r>
          <a:endParaRPr lang="en-US" sz="1500" kern="1200" dirty="0">
            <a:solidFill>
              <a:schemeClr val="bg1">
                <a:lumMod val="95000"/>
                <a:lumOff val="5000"/>
              </a:schemeClr>
            </a:solidFill>
          </a:endParaRPr>
        </a:p>
      </dsp:txBody>
      <dsp:txXfrm>
        <a:off x="3980352" y="30455"/>
        <a:ext cx="1653194" cy="967828"/>
      </dsp:txXfrm>
    </dsp:sp>
    <dsp:sp modelId="{3EC0CB59-3515-41A6-A20B-1FD961DF46F8}">
      <dsp:nvSpPr>
        <dsp:cNvPr id="0" name=""/>
        <dsp:cNvSpPr/>
      </dsp:nvSpPr>
      <dsp:spPr>
        <a:xfrm rot="5400000">
          <a:off x="5935652" y="817426"/>
          <a:ext cx="1278645" cy="15420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660F61A5-CDC3-466A-9267-4780C101FC3F}">
      <dsp:nvSpPr>
        <dsp:cNvPr id="0" name=""/>
        <dsp:cNvSpPr/>
      </dsp:nvSpPr>
      <dsp:spPr>
        <a:xfrm>
          <a:off x="6229084" y="345"/>
          <a:ext cx="1713414" cy="102804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b="1" kern="1200" dirty="0" smtClean="0">
              <a:solidFill>
                <a:schemeClr val="bg1">
                  <a:lumMod val="95000"/>
                  <a:lumOff val="5000"/>
                </a:schemeClr>
              </a:solidFill>
              <a:effectLst/>
            </a:rPr>
            <a:t>7-Project resources, budget</a:t>
          </a:r>
          <a:endParaRPr lang="en-US" sz="1500" kern="1200" dirty="0">
            <a:solidFill>
              <a:schemeClr val="bg1">
                <a:lumMod val="95000"/>
                <a:lumOff val="5000"/>
              </a:schemeClr>
            </a:solidFill>
          </a:endParaRPr>
        </a:p>
      </dsp:txBody>
      <dsp:txXfrm>
        <a:off x="6259194" y="30455"/>
        <a:ext cx="1653194" cy="967828"/>
      </dsp:txXfrm>
    </dsp:sp>
    <dsp:sp modelId="{AC2C9E26-CAD2-490E-A5D6-C49BAF5B268C}">
      <dsp:nvSpPr>
        <dsp:cNvPr id="0" name=""/>
        <dsp:cNvSpPr/>
      </dsp:nvSpPr>
      <dsp:spPr>
        <a:xfrm rot="5400000">
          <a:off x="5935652" y="2102487"/>
          <a:ext cx="1278645" cy="154207"/>
        </a:xfrm>
        <a:prstGeom prst="rect">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708751CC-9F2A-4353-A3E5-B0A7A40B6C30}">
      <dsp:nvSpPr>
        <dsp:cNvPr id="0" name=""/>
        <dsp:cNvSpPr/>
      </dsp:nvSpPr>
      <dsp:spPr>
        <a:xfrm>
          <a:off x="6229084" y="1285407"/>
          <a:ext cx="1713414" cy="102804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b="1" kern="1200" dirty="0" smtClean="0">
              <a:solidFill>
                <a:schemeClr val="bg1">
                  <a:lumMod val="95000"/>
                  <a:lumOff val="5000"/>
                </a:schemeClr>
              </a:solidFill>
              <a:effectLst/>
            </a:rPr>
            <a:t>8-Time</a:t>
          </a:r>
          <a:endParaRPr lang="en-US" sz="1500" kern="1200" dirty="0">
            <a:solidFill>
              <a:schemeClr val="bg1">
                <a:lumMod val="95000"/>
                <a:lumOff val="5000"/>
              </a:schemeClr>
            </a:solidFill>
          </a:endParaRPr>
        </a:p>
      </dsp:txBody>
      <dsp:txXfrm>
        <a:off x="6259194" y="1315517"/>
        <a:ext cx="1653194" cy="967828"/>
      </dsp:txXfrm>
    </dsp:sp>
    <dsp:sp modelId="{35C3F994-B8EB-4FB8-9F81-B51952791BBD}">
      <dsp:nvSpPr>
        <dsp:cNvPr id="0" name=""/>
        <dsp:cNvSpPr/>
      </dsp:nvSpPr>
      <dsp:spPr>
        <a:xfrm>
          <a:off x="6229084" y="2570468"/>
          <a:ext cx="1713414" cy="1028048"/>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7150" tIns="57150" rIns="57150" bIns="57150" numCol="1" spcCol="1270" anchor="ctr" anchorCtr="0">
          <a:noAutofit/>
        </a:bodyPr>
        <a:lstStyle/>
        <a:p>
          <a:pPr lvl="0" algn="ctr" defTabSz="666750" rtl="0">
            <a:lnSpc>
              <a:spcPct val="90000"/>
            </a:lnSpc>
            <a:spcBef>
              <a:spcPct val="0"/>
            </a:spcBef>
            <a:spcAft>
              <a:spcPct val="35000"/>
            </a:spcAft>
          </a:pPr>
          <a:r>
            <a:rPr lang="en-US" sz="1500" b="1" kern="1200" dirty="0" smtClean="0">
              <a:solidFill>
                <a:schemeClr val="bg1">
                  <a:lumMod val="95000"/>
                  <a:lumOff val="5000"/>
                </a:schemeClr>
              </a:solidFill>
              <a:effectLst/>
            </a:rPr>
            <a:t>9-High-level risks</a:t>
          </a:r>
          <a:endParaRPr lang="en-US" sz="1500" kern="1200" dirty="0">
            <a:solidFill>
              <a:schemeClr val="bg1">
                <a:lumMod val="95000"/>
                <a:lumOff val="5000"/>
              </a:schemeClr>
            </a:solidFill>
          </a:endParaRPr>
        </a:p>
      </dsp:txBody>
      <dsp:txXfrm>
        <a:off x="6259194" y="2600578"/>
        <a:ext cx="1653194" cy="9678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E5991DB-484D-4372-904D-497CB1B22555}">
      <dsp:nvSpPr>
        <dsp:cNvPr id="0" name=""/>
        <dsp:cNvSpPr/>
      </dsp:nvSpPr>
      <dsp:spPr>
        <a:xfrm>
          <a:off x="1173" y="838276"/>
          <a:ext cx="1922310" cy="192231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05791" tIns="20320" rIns="105791" bIns="20320" numCol="1" spcCol="1270" anchor="ctr" anchorCtr="0">
          <a:noAutofit/>
        </a:bodyPr>
        <a:lstStyle/>
        <a:p>
          <a:pPr lvl="0" algn="ctr" defTabSz="711200">
            <a:lnSpc>
              <a:spcPct val="90000"/>
            </a:lnSpc>
            <a:spcBef>
              <a:spcPct val="0"/>
            </a:spcBef>
            <a:spcAft>
              <a:spcPct val="35000"/>
            </a:spcAft>
          </a:pPr>
          <a:r>
            <a:rPr lang="en-US" sz="1600" b="1" i="1" kern="1200" dirty="0" smtClean="0">
              <a:solidFill>
                <a:schemeClr val="bg1"/>
              </a:solidFill>
              <a:latin typeface="Calibri" panose="020F0502020204030204" pitchFamily="34" charset="0"/>
              <a:ea typeface="Times New Roman" panose="02020603050405020304" pitchFamily="18" charset="0"/>
              <a:cs typeface="Times New Roman" panose="02020603050405020304" pitchFamily="18" charset="0"/>
            </a:rPr>
            <a:t>Description</a:t>
          </a:r>
          <a:endParaRPr lang="en-US" sz="1600" b="1" kern="1200" dirty="0">
            <a:solidFill>
              <a:schemeClr val="bg1"/>
            </a:solidFill>
          </a:endParaRPr>
        </a:p>
      </dsp:txBody>
      <dsp:txXfrm>
        <a:off x="282689" y="1119792"/>
        <a:ext cx="1359278" cy="1359278"/>
      </dsp:txXfrm>
    </dsp:sp>
    <dsp:sp modelId="{EE96ED5A-F63B-46FE-9205-831D619365EB}">
      <dsp:nvSpPr>
        <dsp:cNvPr id="0" name=""/>
        <dsp:cNvSpPr/>
      </dsp:nvSpPr>
      <dsp:spPr>
        <a:xfrm>
          <a:off x="1539022" y="838276"/>
          <a:ext cx="1922310" cy="192231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05791" tIns="20320" rIns="105791" bIns="20320" numCol="1" spcCol="1270" anchor="ctr" anchorCtr="0">
          <a:noAutofit/>
        </a:bodyPr>
        <a:lstStyle/>
        <a:p>
          <a:pPr lvl="0" algn="ctr" defTabSz="711200">
            <a:lnSpc>
              <a:spcPct val="90000"/>
            </a:lnSpc>
            <a:spcBef>
              <a:spcPct val="0"/>
            </a:spcBef>
            <a:spcAft>
              <a:spcPct val="35000"/>
            </a:spcAft>
          </a:pPr>
          <a:r>
            <a:rPr lang="en-US" sz="1600" b="1" i="1" kern="1200" dirty="0" smtClean="0">
              <a:solidFill>
                <a:schemeClr val="bg1"/>
              </a:solidFill>
              <a:latin typeface="Calibri" panose="020F0502020204030204" pitchFamily="34" charset="0"/>
              <a:ea typeface="Calibri" panose="020F0502020204030204" pitchFamily="34" charset="0"/>
              <a:cs typeface="Arial" panose="020B0604020202020204" pitchFamily="34" charset="0"/>
            </a:rPr>
            <a:t>Acceptance Criteria</a:t>
          </a:r>
          <a:endParaRPr lang="en-US" sz="1600" b="1" kern="1200" dirty="0">
            <a:solidFill>
              <a:schemeClr val="bg1"/>
            </a:solidFill>
          </a:endParaRPr>
        </a:p>
      </dsp:txBody>
      <dsp:txXfrm>
        <a:off x="1820538" y="1119792"/>
        <a:ext cx="1359278" cy="1359278"/>
      </dsp:txXfrm>
    </dsp:sp>
    <dsp:sp modelId="{86E6EA31-6D98-47B1-970E-8AFB9808E520}">
      <dsp:nvSpPr>
        <dsp:cNvPr id="0" name=""/>
        <dsp:cNvSpPr/>
      </dsp:nvSpPr>
      <dsp:spPr>
        <a:xfrm>
          <a:off x="3076870" y="838276"/>
          <a:ext cx="1922310" cy="192231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05791" tIns="20320" rIns="105791" bIns="20320" numCol="1" spcCol="1270" anchor="ctr" anchorCtr="0">
          <a:noAutofit/>
        </a:bodyPr>
        <a:lstStyle/>
        <a:p>
          <a:pPr lvl="0" algn="ctr" defTabSz="711200">
            <a:lnSpc>
              <a:spcPct val="90000"/>
            </a:lnSpc>
            <a:spcBef>
              <a:spcPct val="0"/>
            </a:spcBef>
            <a:spcAft>
              <a:spcPct val="35000"/>
            </a:spcAft>
          </a:pPr>
          <a:r>
            <a:rPr lang="en-US" sz="1600" b="1" i="1" kern="1200" dirty="0" smtClean="0">
              <a:solidFill>
                <a:schemeClr val="bg1"/>
              </a:solidFill>
              <a:latin typeface="Calibri" panose="020F0502020204030204" pitchFamily="34" charset="0"/>
              <a:ea typeface="Calibri" panose="020F0502020204030204" pitchFamily="34" charset="0"/>
              <a:cs typeface="Arial" panose="020B0604020202020204" pitchFamily="34" charset="0"/>
            </a:rPr>
            <a:t>Exclusions</a:t>
          </a:r>
          <a:endParaRPr lang="en-US" sz="1600" b="1" kern="1200" dirty="0">
            <a:solidFill>
              <a:schemeClr val="bg1"/>
            </a:solidFill>
          </a:endParaRPr>
        </a:p>
      </dsp:txBody>
      <dsp:txXfrm>
        <a:off x="3358386" y="1119792"/>
        <a:ext cx="1359278" cy="1359278"/>
      </dsp:txXfrm>
    </dsp:sp>
    <dsp:sp modelId="{0B95662A-E1CD-4509-B624-4D99785CFB82}">
      <dsp:nvSpPr>
        <dsp:cNvPr id="0" name=""/>
        <dsp:cNvSpPr/>
      </dsp:nvSpPr>
      <dsp:spPr>
        <a:xfrm>
          <a:off x="4614718" y="838276"/>
          <a:ext cx="1922310" cy="192231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05791" tIns="20320" rIns="105791" bIns="20320" numCol="1" spcCol="1270" anchor="ctr" anchorCtr="0">
          <a:noAutofit/>
        </a:bodyPr>
        <a:lstStyle/>
        <a:p>
          <a:pPr lvl="0" algn="ctr" defTabSz="711200">
            <a:lnSpc>
              <a:spcPct val="90000"/>
            </a:lnSpc>
            <a:spcBef>
              <a:spcPct val="0"/>
            </a:spcBef>
            <a:spcAft>
              <a:spcPct val="35000"/>
            </a:spcAft>
          </a:pPr>
          <a:r>
            <a:rPr lang="en-US" sz="1600" b="1" i="1" kern="1200" dirty="0" smtClean="0">
              <a:solidFill>
                <a:schemeClr val="bg1"/>
              </a:solidFill>
              <a:latin typeface="Calibri" panose="020F0502020204030204" pitchFamily="34" charset="0"/>
              <a:ea typeface="Calibri" panose="020F0502020204030204" pitchFamily="34" charset="0"/>
              <a:cs typeface="Arial" panose="020B0604020202020204" pitchFamily="34" charset="0"/>
            </a:rPr>
            <a:t>Deliverables</a:t>
          </a:r>
          <a:endParaRPr lang="en-US" sz="1600" b="1" kern="1200" dirty="0">
            <a:solidFill>
              <a:schemeClr val="bg1"/>
            </a:solidFill>
          </a:endParaRPr>
        </a:p>
      </dsp:txBody>
      <dsp:txXfrm>
        <a:off x="4896234" y="1119792"/>
        <a:ext cx="1359278" cy="1359278"/>
      </dsp:txXfrm>
    </dsp:sp>
    <dsp:sp modelId="{DE1F74E9-438B-4658-ACC0-D6996FC0CA65}">
      <dsp:nvSpPr>
        <dsp:cNvPr id="0" name=""/>
        <dsp:cNvSpPr/>
      </dsp:nvSpPr>
      <dsp:spPr>
        <a:xfrm>
          <a:off x="6192086" y="864400"/>
          <a:ext cx="1922310" cy="192231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05791" tIns="20320" rIns="105791" bIns="20320" numCol="1" spcCol="1270" anchor="ctr" anchorCtr="0">
          <a:noAutofit/>
        </a:bodyPr>
        <a:lstStyle/>
        <a:p>
          <a:pPr lvl="0" algn="ctr" defTabSz="711200">
            <a:lnSpc>
              <a:spcPct val="90000"/>
            </a:lnSpc>
            <a:spcBef>
              <a:spcPct val="0"/>
            </a:spcBef>
            <a:spcAft>
              <a:spcPct val="35000"/>
            </a:spcAft>
          </a:pPr>
          <a:r>
            <a:rPr lang="en-US" sz="1600" b="1" i="1" kern="1200" smtClean="0">
              <a:solidFill>
                <a:schemeClr val="bg1"/>
              </a:solidFill>
              <a:latin typeface="Calibri" panose="020F0502020204030204" pitchFamily="34" charset="0"/>
              <a:ea typeface="Calibri" panose="020F0502020204030204" pitchFamily="34" charset="0"/>
              <a:cs typeface="Arial" panose="020B0604020202020204" pitchFamily="34" charset="0"/>
            </a:rPr>
            <a:t>Assumptions</a:t>
          </a:r>
          <a:endParaRPr lang="ar-EG" sz="1600" b="1" kern="1200">
            <a:solidFill>
              <a:schemeClr val="bg1"/>
            </a:solidFill>
          </a:endParaRPr>
        </a:p>
      </dsp:txBody>
      <dsp:txXfrm>
        <a:off x="6473602" y="1145916"/>
        <a:ext cx="1359278" cy="1359278"/>
      </dsp:txXfrm>
    </dsp:sp>
    <dsp:sp modelId="{65F0C815-E8DE-42F1-9C4A-44D73CAD9CA8}">
      <dsp:nvSpPr>
        <dsp:cNvPr id="0" name=""/>
        <dsp:cNvSpPr/>
      </dsp:nvSpPr>
      <dsp:spPr>
        <a:xfrm>
          <a:off x="7690834" y="872781"/>
          <a:ext cx="1922310" cy="1922310"/>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tx1"/>
        </a:fontRef>
      </dsp:style>
      <dsp:txBody>
        <a:bodyPr spcFirstLastPara="0" vert="horz" wrap="square" lIns="105791" tIns="20320" rIns="105791" bIns="20320" numCol="1" spcCol="1270" anchor="ctr" anchorCtr="0">
          <a:noAutofit/>
        </a:bodyPr>
        <a:lstStyle/>
        <a:p>
          <a:pPr lvl="0" algn="ctr" defTabSz="711200">
            <a:lnSpc>
              <a:spcPct val="90000"/>
            </a:lnSpc>
            <a:spcBef>
              <a:spcPct val="0"/>
            </a:spcBef>
            <a:spcAft>
              <a:spcPct val="35000"/>
            </a:spcAft>
          </a:pPr>
          <a:r>
            <a:rPr lang="en-US" sz="1600" b="1" i="1" kern="1200" smtClean="0">
              <a:solidFill>
                <a:schemeClr val="bg1"/>
              </a:solidFill>
              <a:latin typeface="Calibri" panose="020F0502020204030204" pitchFamily="34" charset="0"/>
              <a:ea typeface="Calibri" panose="020F0502020204030204" pitchFamily="34" charset="0"/>
              <a:cs typeface="Arial" panose="020B0604020202020204" pitchFamily="34" charset="0"/>
            </a:rPr>
            <a:t>Constraints</a:t>
          </a:r>
          <a:endParaRPr lang="ar-EG" sz="1600" b="1" kern="1200">
            <a:solidFill>
              <a:schemeClr val="bg1"/>
            </a:solidFill>
          </a:endParaRPr>
        </a:p>
      </dsp:txBody>
      <dsp:txXfrm>
        <a:off x="7972350" y="1154297"/>
        <a:ext cx="1359278" cy="1359278"/>
      </dsp:txXfrm>
    </dsp:sp>
  </dsp:spTree>
</dsp:drawing>
</file>

<file path=ppt/diagrams/layout1.xml><?xml version="1.0" encoding="utf-8"?>
<dgm:layoutDef xmlns:dgm="http://schemas.openxmlformats.org/drawingml/2006/diagram" xmlns:a="http://schemas.openxmlformats.org/drawingml/2006/main" uniqueId="urn:microsoft.com/office/officeart/2005/8/layout/bProcess4">
  <dgm:title val=""/>
  <dgm:desc val=""/>
  <dgm:catLst>
    <dgm:cat type="process" pri="19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dgm:varLst>
    <dgm:choose name="Name1">
      <dgm:if name="Name2" func="var" arg="dir" op="equ" val="norm">
        <dgm:alg type="snake">
          <dgm:param type="grDir" val="tL"/>
          <dgm:param type="flowDir" val="col"/>
          <dgm:param type="contDir" val="revDir"/>
          <dgm:param type="bkpt" val="bal"/>
        </dgm:alg>
      </dgm:if>
      <dgm:else name="Name3">
        <dgm:alg type="snake">
          <dgm:param type="grDir" val="tR"/>
          <dgm:param type="flowDir" val="col"/>
          <dgm:param type="contDir" val="revDir"/>
          <dgm:param type="bkpt" val="bal"/>
        </dgm:alg>
      </dgm:else>
    </dgm:choose>
    <dgm:shape xmlns:r="http://schemas.openxmlformats.org/officeDocument/2006/relationships" r:blip="">
      <dgm:adjLst/>
    </dgm:shape>
    <dgm:presOf/>
    <dgm:constrLst>
      <dgm:constr type="w" for="ch" forName="compNode" refType="w"/>
      <dgm:constr type="h" for="ch" forName="compNode" refType="w" fact="0.6"/>
      <dgm:constr type="h" for="ch" forName="sibTrans" refType="h" refFor="ch" refForName="compNode" op="equ" fact="0.25"/>
      <dgm:constr type="sp" refType="w" fact="0.33"/>
      <dgm:constr type="primFontSz" for="des" forName="node" op="equ" val="65"/>
    </dgm:constrLst>
    <dgm:ruleLst/>
    <dgm:forEach name="nodesForEach" axis="ch" ptType="node">
      <dgm:layoutNode name="compNode">
        <dgm:alg type="composite"/>
        <dgm:shape xmlns:r="http://schemas.openxmlformats.org/officeDocument/2006/relationships" r:blip="">
          <dgm:adjLst/>
        </dgm:shape>
        <dgm:presOf/>
        <dgm:choose name="Name4">
          <dgm:if name="Name5" axis="self" func="var" arg="dir" op="equ" val="norm">
            <dgm:constrLst>
              <dgm:constr type="l" for="ch" forName="dummyConnPt" refType="w" fact="0.2"/>
              <dgm:constr type="t" for="ch" forName="dummyConnPt" refType="w" fact="0.145"/>
              <dgm:constr type="l" for="ch" forName="node"/>
              <dgm:constr type="t" for="ch" forName="node"/>
              <dgm:constr type="h" for="ch" forName="node" refType="h"/>
              <dgm:constr type="w" for="ch" forName="node" refType="w"/>
            </dgm:constrLst>
          </dgm:if>
          <dgm:else name="Name6">
            <dgm:constrLst>
              <dgm:constr type="l" for="ch" forName="dummyConnPt" refType="w" fact="0.8"/>
              <dgm:constr type="t" for="ch" forName="dummyConnPt" refType="w" fact="0.145"/>
              <dgm:constr type="l" for="ch" forName="node"/>
              <dgm:constr type="t" for="ch" forName="node"/>
              <dgm:constr type="h" for="ch" forName="node" refType="h"/>
              <dgm:constr type="w" for="ch" forName="node" refType="w"/>
            </dgm:constrLst>
          </dgm:else>
        </dgm:choose>
        <dgm:ruleLst/>
        <dgm:layoutNode name="dummyConnPt" styleLbl="node1" moveWith="node">
          <dgm:alg type="sp"/>
          <dgm:shape xmlns:r="http://schemas.openxmlformats.org/officeDocument/2006/relationships" r:blip="">
            <dgm:adjLst/>
          </dgm:shape>
          <dgm:presOf/>
          <dgm:constrLst>
            <dgm:constr type="w" val="1"/>
            <dgm:constr type="h" val="1"/>
          </dgm:constrLst>
          <dgm:ruleLst/>
        </dgm:layout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3"/>
            <dgm:constr type="bMarg" refType="primFontSz" fact="0.3"/>
            <dgm:constr type="lMarg" refType="primFontSz" fact="0.3"/>
            <dgm:constr type="rMarg" refType="primFontSz" fact="0.3"/>
            <dgm:constr type="primFontSz" val="65"/>
          </dgm:constrLst>
          <dgm:ruleLst>
            <dgm:rule type="primFontSz" val="5" fact="NaN" max="NaN"/>
          </dgm:ruleLst>
        </dgm:layoutNode>
      </dgm:layoutNode>
      <dgm:forEach name="sibTransForEach" axis="followSib" cnt="1">
        <dgm:layoutNode name="sibTrans" styleLbl="bgSibTrans2D1">
          <dgm:choose name="Name7">
            <dgm:if name="Name8" axis="self" func="var" arg="dir" op="equ" val="norm">
              <dgm:alg type="conn">
                <dgm:param type="srcNode" val="dummyConnPt"/>
                <dgm:param type="dstNode" val="dummyConnPt"/>
                <dgm:param type="begPts" val="bCtr, midR, tCtr"/>
                <dgm:param type="endPts" val="tCtr, midL, bCtr"/>
                <dgm:param type="begSty" val="noArr"/>
                <dgm:param type="endSty" val="noArr"/>
              </dgm:alg>
            </dgm:if>
            <dgm:else name="Name9">
              <dgm:alg type="conn">
                <dgm:param type="srcNode" val="dummyConnPt"/>
                <dgm:param type="dstNode" val="dummyConnPt"/>
                <dgm:param type="begPts" val="bCtr, midL, tCtr"/>
                <dgm:param type="endPts" val="tCtr, midR, bCtr"/>
                <dgm:param type="begSty" val="noArr"/>
                <dgm:param type="endSty" val="noArr"/>
              </dgm:alg>
            </dgm:else>
          </dgm:choose>
          <dgm:shape xmlns:r="http://schemas.openxmlformats.org/officeDocument/2006/relationships" type="conn" r:blip="" zOrderOff="-2">
            <dgm:adjLst/>
          </dgm:shape>
          <dgm:presOf axis="self"/>
          <dgm:constrLst>
            <dgm:constr type="begPad"/>
            <dgm:constr type="endPad"/>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EG"/>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a:defRPr sz="1200"/>
            </a:lvl1pPr>
          </a:lstStyle>
          <a:p>
            <a:fld id="{4DCBF9AD-040E-43DA-AFF6-95D98E04B50A}" type="datetimeFigureOut">
              <a:rPr lang="ar-EG" smtClean="0"/>
              <a:t>30/05/1443</a:t>
            </a:fld>
            <a:endParaRPr lang="ar-EG"/>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r">
              <a:defRPr sz="1200"/>
            </a:lvl1pPr>
          </a:lstStyle>
          <a:p>
            <a:endParaRPr lang="ar-EG"/>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a:defRPr sz="1200"/>
            </a:lvl1pPr>
          </a:lstStyle>
          <a:p>
            <a:fld id="{017BFAE8-0B8A-4AA4-89F0-FE95FD72BFBA}" type="slidenum">
              <a:rPr lang="ar-EG" smtClean="0"/>
              <a:t>‹#›</a:t>
            </a:fld>
            <a:endParaRPr lang="ar-EG"/>
          </a:p>
        </p:txBody>
      </p:sp>
    </p:spTree>
    <p:extLst>
      <p:ext uri="{BB962C8B-B14F-4D97-AF65-F5344CB8AC3E}">
        <p14:creationId xmlns:p14="http://schemas.microsoft.com/office/powerpoint/2010/main" val="7619392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r">
              <a:defRPr sz="1200"/>
            </a:lvl1pPr>
          </a:lstStyle>
          <a:p>
            <a:endParaRPr lang="ar-E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l">
              <a:defRPr sz="1200"/>
            </a:lvl1pPr>
          </a:lstStyle>
          <a:p>
            <a:fld id="{3F8C18E1-0844-4B7E-B848-6DDE59A6230D}" type="datetimeFigureOut">
              <a:rPr lang="ar-EG" smtClean="0"/>
              <a:t>30/05/1443</a:t>
            </a:fld>
            <a:endParaRPr lang="ar-E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ar-E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ar-E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r">
              <a:defRPr sz="1200"/>
            </a:lvl1pPr>
          </a:lstStyle>
          <a:p>
            <a:endParaRPr lang="ar-E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l">
              <a:defRPr sz="1200"/>
            </a:lvl1pPr>
          </a:lstStyle>
          <a:p>
            <a:fld id="{B2B8676B-C104-4BDC-99BA-41B234BBA45A}" type="slidenum">
              <a:rPr lang="ar-EG" smtClean="0"/>
              <a:t>‹#›</a:t>
            </a:fld>
            <a:endParaRPr lang="ar-EG"/>
          </a:p>
        </p:txBody>
      </p:sp>
    </p:spTree>
    <p:extLst>
      <p:ext uri="{BB962C8B-B14F-4D97-AF65-F5344CB8AC3E}">
        <p14:creationId xmlns:p14="http://schemas.microsoft.com/office/powerpoint/2010/main" val="404308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ar-EG"/>
          </a:p>
        </p:txBody>
      </p:sp>
      <p:sp>
        <p:nvSpPr>
          <p:cNvPr id="4" name="Slide Number Placeholder 3"/>
          <p:cNvSpPr>
            <a:spLocks noGrp="1"/>
          </p:cNvSpPr>
          <p:nvPr>
            <p:ph type="sldNum" sz="quarter" idx="10"/>
          </p:nvPr>
        </p:nvSpPr>
        <p:spPr/>
        <p:txBody>
          <a:bodyPr/>
          <a:lstStyle/>
          <a:p>
            <a:fld id="{B2B8676B-C104-4BDC-99BA-41B234BBA45A}" type="slidenum">
              <a:rPr lang="ar-EG" smtClean="0"/>
              <a:t>1</a:t>
            </a:fld>
            <a:endParaRPr lang="ar-EG"/>
          </a:p>
        </p:txBody>
      </p:sp>
    </p:spTree>
    <p:extLst>
      <p:ext uri="{BB962C8B-B14F-4D97-AF65-F5344CB8AC3E}">
        <p14:creationId xmlns:p14="http://schemas.microsoft.com/office/powerpoint/2010/main" val="284014323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9255346" y="2750337"/>
            <a:ext cx="1171888" cy="1356442"/>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3068937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normAutofit/>
          </a:bodyPr>
          <a:lstStyle>
            <a:lvl1pPr>
              <a:defRPr sz="2400"/>
            </a:lvl1pPr>
            <a:lvl2pPr>
              <a:defRPr sz="2000"/>
            </a:lvl2pPr>
            <a:lvl3pPr>
              <a:defRPr sz="1800"/>
            </a:lvl3pPr>
            <a:lvl4pPr>
              <a:defRPr sz="1600"/>
            </a:lvl4pPr>
            <a:lvl5pPr>
              <a:defRPr sz="1600"/>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B524534-9969-4CB2-9ABD-C21CB6C0DCA9}"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1B785E3-51D0-49B5-A3F2-7F4742E743D6}" type="slidenum">
              <a:rPr lang="en-US" smtClean="0"/>
              <a:t>‹#›</a:t>
            </a:fld>
            <a:endParaRPr lang="en-US"/>
          </a:p>
        </p:txBody>
      </p:sp>
    </p:spTree>
    <p:extLst>
      <p:ext uri="{BB962C8B-B14F-4D97-AF65-F5344CB8AC3E}">
        <p14:creationId xmlns:p14="http://schemas.microsoft.com/office/powerpoint/2010/main" val="2080156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smtClean="0"/>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729455" y="2869895"/>
            <a:ext cx="1154151" cy="1090789"/>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118581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2235430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1/3/2022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6244497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503348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846CE7D5-CF57-46EF-B807-FDD0502418D4}" type="datetimeFigureOut">
              <a:rPr lang="en-US" smtClean="0"/>
              <a:t>1/3/2022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9738753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167273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122149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309"/>
            <a:ext cx="1154151" cy="1090789"/>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5167665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11615"/>
            <a:ext cx="1154151" cy="1090789"/>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4821714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330EA680-D336-4FF7-8B7A-9848BB0A1C32}" type="slidenum">
              <a:rPr lang="en-US" smtClean="0"/>
              <a:t>‹#›</a:t>
            </a:fld>
            <a:endParaRPr lang="en-US"/>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169262357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1/3/2022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10729455" y="4709925"/>
            <a:ext cx="1154151" cy="1090789"/>
          </a:xfrm>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49104517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846CE7D5-CF57-46EF-B807-FDD0502418D4}" type="datetimeFigureOut">
              <a:rPr lang="en-US" smtClean="0"/>
              <a:t>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93784166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3" name="Date Placeholder 2"/>
          <p:cNvSpPr>
            <a:spLocks noGrp="1"/>
          </p:cNvSpPr>
          <p:nvPr>
            <p:ph type="dt" sz="half" idx="10"/>
          </p:nvPr>
        </p:nvSpPr>
        <p:spPr/>
        <p:txBody>
          <a:bodyPr/>
          <a:lstStyle/>
          <a:p>
            <a:fld id="{846CE7D5-CF57-46EF-B807-FDD0502418D4}" type="datetimeFigureOut">
              <a:rPr lang="en-US" smtClean="0"/>
              <a:t>1/3/2022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478691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1/3/2022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86715829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846CE7D5-CF57-46EF-B807-FDD0502418D4}" type="datetimeFigureOut">
              <a:rPr lang="en-US" smtClean="0"/>
              <a:t>1/3/2022</a:t>
            </a:fld>
            <a:endParaRPr lang="en-US"/>
          </a:p>
        </p:txBody>
      </p:sp>
      <p:sp>
        <p:nvSpPr>
          <p:cNvPr id="5" name="Footer Placeholder 4"/>
          <p:cNvSpPr>
            <a:spLocks noGrp="1"/>
          </p:cNvSpPr>
          <p:nvPr>
            <p:ph type="ftr" sz="quarter" idx="11"/>
          </p:nvPr>
        </p:nvSpPr>
        <p:spPr>
          <a:xfrm>
            <a:off x="680321" y="5936188"/>
            <a:ext cx="6126805" cy="365125"/>
          </a:xfrm>
        </p:spPr>
        <p:txBody>
          <a:bodyPr/>
          <a:lstStyle/>
          <a:p>
            <a:endParaRPr lang="en-US"/>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15630063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46CE7D5-CF57-46EF-B807-FDD0502418D4}" type="datetimeFigureOut">
              <a:rPr lang="en-US" smtClean="0"/>
              <a:t>1/3/2022</a:t>
            </a:fld>
            <a:endParaRPr lang="en-US"/>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3810222554"/>
      </p:ext>
    </p:extLst>
  </p:cSld>
  <p:clrMap bg1="dk1" tx1="lt1" bg2="dk2" tx2="lt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Lst>
  <p:txStyles>
    <p:titleStyle>
      <a:lvl1pPr algn="l" defTabSz="914400" rtl="1"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r" defTabSz="914400" rtl="1" eaLnBrk="1" latinLnBrk="0" hangingPunct="1">
        <a:lnSpc>
          <a:spcPct val="90000"/>
        </a:lnSpc>
        <a:spcBef>
          <a:spcPts val="1000"/>
        </a:spcBef>
        <a:buFont typeface="Arial" panose="020B0604020202020204" pitchFamily="34" charset="0"/>
        <a:buChar char="•"/>
        <a:defRPr sz="2000" kern="1200">
          <a:solidFill>
            <a:schemeClr val="tx1"/>
          </a:solidFill>
          <a:effectLst>
            <a:outerShdw blurRad="228600" algn="ctr" rotWithShape="0">
              <a:prstClr val="black">
                <a:alpha val="53000"/>
              </a:prstClr>
            </a:outerShdw>
          </a:effectLst>
          <a:latin typeface="+mn-lt"/>
          <a:ea typeface="+mn-ea"/>
          <a:cs typeface="+mn-cs"/>
        </a:defRPr>
      </a:lvl1pPr>
      <a:lvl2pPr marL="685800" indent="-228600" algn="r" defTabSz="914400" rtl="1" eaLnBrk="1" latinLnBrk="0" hangingPunct="1">
        <a:lnSpc>
          <a:spcPct val="90000"/>
        </a:lnSpc>
        <a:spcBef>
          <a:spcPts val="500"/>
        </a:spcBef>
        <a:buFont typeface="Arial" panose="020B0604020202020204" pitchFamily="34" charset="0"/>
        <a:buChar char="•"/>
        <a:defRPr sz="1800" kern="1200">
          <a:solidFill>
            <a:schemeClr val="tx1"/>
          </a:solidFill>
          <a:effectLst>
            <a:outerShdw blurRad="228600" algn="ctr" rotWithShape="0">
              <a:prstClr val="black">
                <a:alpha val="53000"/>
              </a:prstClr>
            </a:outerShdw>
          </a:effectLst>
          <a:latin typeface="+mn-lt"/>
          <a:ea typeface="+mn-ea"/>
          <a:cs typeface="+mn-cs"/>
        </a:defRPr>
      </a:lvl2pPr>
      <a:lvl3pPr marL="1143000" indent="-228600" algn="r" defTabSz="914400" rtl="1" eaLnBrk="1" latinLnBrk="0" hangingPunct="1">
        <a:lnSpc>
          <a:spcPct val="90000"/>
        </a:lnSpc>
        <a:spcBef>
          <a:spcPts val="500"/>
        </a:spcBef>
        <a:buFont typeface="Arial" panose="020B0604020202020204" pitchFamily="34" charset="0"/>
        <a:buChar char="•"/>
        <a:defRPr sz="1600" kern="1200">
          <a:solidFill>
            <a:schemeClr val="tx1"/>
          </a:solidFill>
          <a:effectLst>
            <a:outerShdw blurRad="228600" algn="ctr" rotWithShape="0">
              <a:prstClr val="black">
                <a:alpha val="53000"/>
              </a:prstClr>
            </a:outerShdw>
          </a:effectLst>
          <a:latin typeface="+mn-lt"/>
          <a:ea typeface="+mn-ea"/>
          <a:cs typeface="+mn-cs"/>
        </a:defRPr>
      </a:lvl3pPr>
      <a:lvl4pPr marL="1600200" indent="-228600" algn="r" defTabSz="914400" rtl="1"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4pPr>
      <a:lvl5pPr marL="2057400" indent="-228600" algn="r" defTabSz="914400" rtl="1" eaLnBrk="1" latinLnBrk="0" hangingPunct="1">
        <a:lnSpc>
          <a:spcPct val="90000"/>
        </a:lnSpc>
        <a:spcBef>
          <a:spcPts val="500"/>
        </a:spcBef>
        <a:buFont typeface="Arial" panose="020B0604020202020204" pitchFamily="34" charset="0"/>
        <a:buChar char="•"/>
        <a:defRPr sz="1400" kern="1200">
          <a:solidFill>
            <a:schemeClr val="tx1"/>
          </a:solidFill>
          <a:effectLst>
            <a:outerShdw blurRad="228600" algn="ctr" rotWithShape="0">
              <a:prstClr val="black">
                <a:alpha val="53000"/>
              </a:prstClr>
            </a:outerShdw>
          </a:effectLst>
          <a:latin typeface="+mn-lt"/>
          <a:ea typeface="+mn-ea"/>
          <a:cs typeface="+mn-cs"/>
        </a:defRPr>
      </a:lvl5pPr>
      <a:lvl6pPr marL="2514600" indent="-228600" algn="r" defTabSz="914400" rtl="1"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r" defTabSz="914400" rtl="1"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r" defTabSz="914400" rtl="1"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r" defTabSz="914400" rtl="1"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hyperlink" Target="https://www.australiansolarquotes.com.au/2016/02/26/top-green-technology-predictions-for-2016/" TargetMode="Externa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4">
            <a:extLst>
              <a:ext uri="{FF2B5EF4-FFF2-40B4-BE49-F238E27FC236}">
                <a16:creationId xmlns:a16="http://schemas.microsoft.com/office/drawing/2014/main" id="{706DB3BF-69BF-4787-A242-A8D8568FA047}"/>
              </a:ext>
            </a:extLst>
          </p:cNvPr>
          <p:cNvPicPr>
            <a:picLocks noChangeAspect="1"/>
          </p:cNvPicPr>
          <p:nvPr/>
        </p:nvPicPr>
        <p:blipFill rotWithShape="1">
          <a:blip r:embed="rId3">
            <a:extLst>
              <a:ext uri="{837473B0-CC2E-450A-ABE3-18F120FF3D39}">
                <a1611:picAttrSrcUrl xmlns:a1611="http://schemas.microsoft.com/office/drawing/2016/11/main" xmlns="" r:id="rId4"/>
              </a:ext>
            </a:extLst>
          </a:blip>
          <a:srcRect l="2801" r="16840" b="1434"/>
          <a:stretch/>
        </p:blipFill>
        <p:spPr>
          <a:xfrm>
            <a:off x="3523488" y="10"/>
            <a:ext cx="8668512" cy="6857990"/>
          </a:xfrm>
          <a:prstGeom prst="rect">
            <a:avLst/>
          </a:prstGeom>
        </p:spPr>
      </p:pic>
      <p:sp>
        <p:nvSpPr>
          <p:cNvPr id="2" name="Title 1"/>
          <p:cNvSpPr>
            <a:spLocks noGrp="1"/>
          </p:cNvSpPr>
          <p:nvPr>
            <p:ph type="ctrTitle"/>
          </p:nvPr>
        </p:nvSpPr>
        <p:spPr>
          <a:xfrm>
            <a:off x="0" y="1045136"/>
            <a:ext cx="4469058" cy="3204134"/>
          </a:xfrm>
        </p:spPr>
        <p:txBody>
          <a:bodyPr anchor="b">
            <a:normAutofit/>
          </a:bodyPr>
          <a:lstStyle/>
          <a:p>
            <a:pPr algn="l"/>
            <a:r>
              <a:rPr lang="en-US" i="1" dirty="0">
                <a:ea typeface="+mj-lt"/>
                <a:cs typeface="+mj-lt"/>
              </a:rPr>
              <a:t>Elon Musk Chip</a:t>
            </a:r>
            <a:endParaRPr lang="en-US" i="1" dirty="0">
              <a:cs typeface="Calibri Light"/>
            </a:endParaRPr>
          </a:p>
        </p:txBody>
      </p:sp>
      <p:sp>
        <p:nvSpPr>
          <p:cNvPr id="3" name="Subtitle 2"/>
          <p:cNvSpPr>
            <a:spLocks noGrp="1"/>
          </p:cNvSpPr>
          <p:nvPr>
            <p:ph type="subTitle" idx="1"/>
          </p:nvPr>
        </p:nvSpPr>
        <p:spPr>
          <a:xfrm>
            <a:off x="233564" y="4469936"/>
            <a:ext cx="3980227" cy="1984518"/>
          </a:xfrm>
        </p:spPr>
        <p:txBody>
          <a:bodyPr vert="horz" lIns="91440" tIns="45720" rIns="91440" bIns="45720" rtlCol="0" anchor="t">
            <a:noAutofit/>
          </a:bodyPr>
          <a:lstStyle/>
          <a:p>
            <a:pPr algn="l"/>
            <a:r>
              <a:rPr lang="en-US" b="1" u="sng" dirty="0">
                <a:solidFill>
                  <a:srgbClr val="FF0000"/>
                </a:solidFill>
                <a:cs typeface="Calibri"/>
              </a:rPr>
              <a:t>Section </a:t>
            </a:r>
            <a:r>
              <a:rPr lang="en-US" b="1" u="sng" dirty="0" smtClean="0">
                <a:solidFill>
                  <a:srgbClr val="FF0000"/>
                </a:solidFill>
                <a:cs typeface="Calibri"/>
              </a:rPr>
              <a:t>4</a:t>
            </a:r>
          </a:p>
          <a:p>
            <a:pPr algn="l"/>
            <a:r>
              <a:rPr lang="en-US" sz="1600" b="1" i="1" dirty="0" err="1">
                <a:effectLst/>
              </a:rPr>
              <a:t>Walaa</a:t>
            </a:r>
            <a:r>
              <a:rPr lang="en-US" sz="1600" b="1" i="1" dirty="0">
                <a:effectLst/>
              </a:rPr>
              <a:t> </a:t>
            </a:r>
            <a:r>
              <a:rPr lang="en-US" sz="1600" b="1" i="1" dirty="0" err="1">
                <a:effectLst/>
              </a:rPr>
              <a:t>AbdElhady</a:t>
            </a:r>
            <a:r>
              <a:rPr lang="en-US" sz="1600" b="1" i="1" dirty="0">
                <a:effectLst/>
              </a:rPr>
              <a:t> </a:t>
            </a:r>
            <a:r>
              <a:rPr lang="en-US" sz="1600" b="1" i="1" dirty="0" err="1" smtClean="0">
                <a:effectLst/>
              </a:rPr>
              <a:t>AbdElMohsen</a:t>
            </a:r>
            <a:endParaRPr lang="en-US" sz="1600" b="1" i="1" u="sng" dirty="0" smtClean="0">
              <a:solidFill>
                <a:srgbClr val="FF0000"/>
              </a:solidFill>
              <a:cs typeface="Calibri"/>
            </a:endParaRPr>
          </a:p>
          <a:p>
            <a:pPr algn="l"/>
            <a:r>
              <a:rPr lang="en-US" sz="1600" b="1" i="1" dirty="0" err="1" smtClean="0">
                <a:effectLst>
                  <a:glow>
                    <a:srgbClr val="000000"/>
                  </a:glow>
                  <a:outerShdw sx="0" sy="0">
                    <a:srgbClr val="000000"/>
                  </a:outerShdw>
                  <a:reflection stA="0" endPos="0" fadeDir="0" sx="0" sy="0"/>
                </a:effectLst>
              </a:rPr>
              <a:t>Habiba</a:t>
            </a:r>
            <a:r>
              <a:rPr lang="en-US" sz="1600" b="1" i="1" dirty="0" smtClean="0">
                <a:effectLst>
                  <a:glow>
                    <a:srgbClr val="000000"/>
                  </a:glow>
                  <a:outerShdw sx="0" sy="0">
                    <a:srgbClr val="000000"/>
                  </a:outerShdw>
                  <a:reflection stA="0" endPos="0" fadeDir="0" sx="0" sy="0"/>
                </a:effectLst>
              </a:rPr>
              <a:t> Mostafa Ahmed</a:t>
            </a:r>
          </a:p>
          <a:p>
            <a:pPr lvl="3" algn="l"/>
            <a:r>
              <a:rPr lang="en-US" b="1" i="1" dirty="0" err="1" smtClean="0">
                <a:effectLst>
                  <a:glow>
                    <a:srgbClr val="000000"/>
                  </a:glow>
                  <a:outerShdw sx="0" sy="0">
                    <a:srgbClr val="000000"/>
                  </a:outerShdw>
                  <a:reflection stA="0" endPos="0" fadeDir="0" sx="0" sy="0"/>
                </a:effectLst>
              </a:rPr>
              <a:t>Aya</a:t>
            </a:r>
            <a:r>
              <a:rPr lang="en-US" b="1" i="1" dirty="0" smtClean="0">
                <a:effectLst>
                  <a:glow>
                    <a:srgbClr val="000000"/>
                  </a:glow>
                  <a:outerShdw sx="0" sy="0">
                    <a:srgbClr val="000000"/>
                  </a:outerShdw>
                  <a:reflection stA="0" endPos="0" fadeDir="0" sx="0" sy="0"/>
                </a:effectLst>
              </a:rPr>
              <a:t> </a:t>
            </a:r>
            <a:r>
              <a:rPr lang="en-US" b="1" i="1" dirty="0">
                <a:effectLst>
                  <a:glow>
                    <a:srgbClr val="000000"/>
                  </a:glow>
                  <a:outerShdw sx="0" sy="0">
                    <a:srgbClr val="000000"/>
                  </a:outerShdw>
                  <a:reflection stA="0" endPos="0" fadeDir="0" sx="0" sy="0"/>
                </a:effectLst>
              </a:rPr>
              <a:t>Ahmed </a:t>
            </a:r>
            <a:r>
              <a:rPr lang="en-US" b="1" i="1" dirty="0" err="1">
                <a:effectLst>
                  <a:glow>
                    <a:srgbClr val="000000"/>
                  </a:glow>
                  <a:outerShdw sx="0" sy="0">
                    <a:srgbClr val="000000"/>
                  </a:outerShdw>
                  <a:reflection stA="0" endPos="0" fadeDir="0" sx="0" sy="0"/>
                </a:effectLst>
              </a:rPr>
              <a:t>Abd</a:t>
            </a:r>
            <a:r>
              <a:rPr lang="en-US" b="1" i="1" dirty="0">
                <a:effectLst>
                  <a:glow>
                    <a:srgbClr val="000000"/>
                  </a:glow>
                  <a:outerShdw sx="0" sy="0">
                    <a:srgbClr val="000000"/>
                  </a:outerShdw>
                  <a:reflection stA="0" endPos="0" fadeDir="0" sx="0" sy="0"/>
                </a:effectLst>
              </a:rPr>
              <a:t> </a:t>
            </a:r>
            <a:r>
              <a:rPr lang="en-US" b="1" i="1" dirty="0" err="1">
                <a:effectLst>
                  <a:glow>
                    <a:srgbClr val="000000"/>
                  </a:glow>
                  <a:outerShdw sx="0" sy="0">
                    <a:srgbClr val="000000"/>
                  </a:outerShdw>
                  <a:reflection stA="0" endPos="0" fadeDir="0" sx="0" sy="0"/>
                </a:effectLst>
              </a:rPr>
              <a:t>ElAziz</a:t>
            </a:r>
            <a:endParaRPr lang="en-US" b="1" i="1" dirty="0">
              <a:effectLst>
                <a:glow>
                  <a:srgbClr val="000000"/>
                </a:glow>
                <a:outerShdw sx="0" sy="0">
                  <a:srgbClr val="000000"/>
                </a:outerShdw>
                <a:reflection stA="0" endPos="0" fadeDir="0" sx="0" sy="0"/>
              </a:effectLst>
            </a:endParaRPr>
          </a:p>
          <a:p>
            <a:pPr lvl="3" algn="l"/>
            <a:r>
              <a:rPr lang="en-US" b="1" i="1" dirty="0" err="1">
                <a:effectLst>
                  <a:glow>
                    <a:srgbClr val="000000"/>
                  </a:glow>
                  <a:outerShdw sx="0" sy="0">
                    <a:srgbClr val="000000"/>
                  </a:outerShdw>
                  <a:reflection stA="0" endPos="0" fadeDir="0" sx="0" sy="0"/>
                </a:effectLst>
              </a:rPr>
              <a:t>Menna</a:t>
            </a:r>
            <a:r>
              <a:rPr lang="en-US" b="1" i="1" dirty="0">
                <a:effectLst>
                  <a:glow>
                    <a:srgbClr val="000000"/>
                  </a:glow>
                  <a:outerShdw sx="0" sy="0">
                    <a:srgbClr val="000000"/>
                  </a:outerShdw>
                  <a:reflection stA="0" endPos="0" fadeDir="0" sx="0" sy="0"/>
                </a:effectLst>
              </a:rPr>
              <a:t> Salah Mohamed</a:t>
            </a:r>
          </a:p>
          <a:p>
            <a:pPr lvl="3" algn="l"/>
            <a:r>
              <a:rPr lang="en-US" b="1" i="1" dirty="0" err="1">
                <a:effectLst>
                  <a:glow>
                    <a:srgbClr val="000000"/>
                  </a:glow>
                  <a:outerShdw sx="0" sy="0">
                    <a:srgbClr val="000000"/>
                  </a:outerShdw>
                  <a:reflection stA="0" endPos="0" fadeDir="0" sx="0" sy="0"/>
                </a:effectLst>
              </a:rPr>
              <a:t>Bedour</a:t>
            </a:r>
            <a:r>
              <a:rPr lang="en-US" b="1" i="1" dirty="0">
                <a:effectLst>
                  <a:glow>
                    <a:srgbClr val="000000"/>
                  </a:glow>
                  <a:outerShdw sx="0" sy="0">
                    <a:srgbClr val="000000"/>
                  </a:outerShdw>
                  <a:reflection stA="0" endPos="0" fadeDir="0" sx="0" sy="0"/>
                </a:effectLst>
              </a:rPr>
              <a:t> </a:t>
            </a:r>
            <a:r>
              <a:rPr lang="en-US" b="1" i="1" dirty="0" err="1">
                <a:effectLst>
                  <a:glow>
                    <a:srgbClr val="000000"/>
                  </a:glow>
                  <a:outerShdw sx="0" sy="0">
                    <a:srgbClr val="000000"/>
                  </a:outerShdw>
                  <a:reflection stA="0" endPos="0" fadeDir="0" sx="0" sy="0"/>
                </a:effectLst>
              </a:rPr>
              <a:t>Farghal</a:t>
            </a:r>
            <a:r>
              <a:rPr lang="en-US" b="1" i="1" dirty="0">
                <a:effectLst>
                  <a:glow>
                    <a:srgbClr val="000000"/>
                  </a:glow>
                  <a:outerShdw sx="0" sy="0">
                    <a:srgbClr val="000000"/>
                  </a:outerShdw>
                  <a:reflection stA="0" endPos="0" fadeDir="0" sx="0" sy="0"/>
                </a:effectLst>
              </a:rPr>
              <a:t> </a:t>
            </a:r>
            <a:r>
              <a:rPr lang="en-US" b="1" i="1" dirty="0" err="1">
                <a:effectLst>
                  <a:glow>
                    <a:srgbClr val="000000"/>
                  </a:glow>
                  <a:outerShdw sx="0" sy="0">
                    <a:srgbClr val="000000"/>
                  </a:outerShdw>
                  <a:reflection stA="0" endPos="0" fadeDir="0" sx="0" sy="0"/>
                </a:effectLst>
              </a:rPr>
              <a:t>Shawki</a:t>
            </a:r>
            <a:endParaRPr lang="en-US" b="1" i="1" dirty="0">
              <a:effectLst>
                <a:glow>
                  <a:srgbClr val="000000"/>
                </a:glow>
                <a:outerShdw sx="0" sy="0">
                  <a:srgbClr val="000000"/>
                </a:outerShdw>
                <a:reflection stA="0" endPos="0" fadeDir="0" sx="0" sy="0"/>
              </a:effectLst>
            </a:endParaRPr>
          </a:p>
          <a:p>
            <a:pPr lvl="3" algn="l"/>
            <a:endParaRPr lang="en-US" sz="1800" b="1" i="1" dirty="0">
              <a:cs typeface="Calibri"/>
            </a:endParaRPr>
          </a:p>
        </p:txBody>
      </p:sp>
      <p:sp>
        <p:nvSpPr>
          <p:cNvPr id="5" name="TextBox 4">
            <a:extLst>
              <a:ext uri="{FF2B5EF4-FFF2-40B4-BE49-F238E27FC236}">
                <a16:creationId xmlns:a16="http://schemas.microsoft.com/office/drawing/2014/main" id="{1BEABC16-EE53-42D2-AA3E-DD72DC98679B}"/>
              </a:ext>
            </a:extLst>
          </p:cNvPr>
          <p:cNvSpPr txBox="1"/>
          <p:nvPr/>
        </p:nvSpPr>
        <p:spPr>
          <a:xfrm>
            <a:off x="12007270" y="6657945"/>
            <a:ext cx="184730" cy="200055"/>
          </a:xfrm>
          <a:prstGeom prst="rect">
            <a:avLst/>
          </a:prstGeom>
          <a:solidFill>
            <a:srgbClr val="000000"/>
          </a:solidFill>
        </p:spPr>
        <p:txBody>
          <a:bodyPr wrap="none" lIns="91440" tIns="45720" rIns="91440" bIns="45720" anchor="t">
            <a:spAutoFit/>
          </a:bodyPr>
          <a:lstStyle/>
          <a:p>
            <a:pPr algn="r">
              <a:spcAft>
                <a:spcPts val="600"/>
              </a:spcAft>
            </a:pPr>
            <a:endParaRPr lang="en-US" sz="700" dirty="0">
              <a:solidFill>
                <a:srgbClr val="FFFFFF"/>
              </a:solidFill>
              <a:cs typeface="Calibri"/>
            </a:endParaRP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41275" dist="12700" dir="12000000" algn="tl">
                    <a:srgbClr val="000000">
                      <a:alpha val="40000"/>
                    </a:srgbClr>
                  </a:outerShdw>
                </a:effectLst>
              </a:rPr>
              <a:t>Project Charter</a:t>
            </a:r>
            <a:r>
              <a:rPr lang="en-US" b="1" dirty="0"/>
              <a:t> :</a:t>
            </a:r>
            <a:endParaRPr lang="ar-EG"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760885166"/>
              </p:ext>
            </p:extLst>
          </p:nvPr>
        </p:nvGraphicFramePr>
        <p:xfrm>
          <a:off x="681038" y="2336800"/>
          <a:ext cx="9613900"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5262210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2000" cy="6812121"/>
          </a:xfrm>
          <a:prstGeom prst="rect">
            <a:avLst/>
          </a:prstGeom>
        </p:spPr>
        <p:txBody>
          <a:bodyPr wrap="square">
            <a:spAutoFit/>
          </a:bodyPr>
          <a:lstStyle/>
          <a:p>
            <a:pPr>
              <a:lnSpc>
                <a:spcPct val="115000"/>
              </a:lnSpc>
              <a:spcAft>
                <a:spcPts val="1000"/>
              </a:spcAft>
            </a:pPr>
            <a:r>
              <a:rPr lang="en-US" sz="1600" b="1" dirty="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NAME OF THE </a:t>
            </a:r>
            <a:r>
              <a:rPr lang="en-US" sz="1600" b="1" dirty="0" smtClean="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PROJECT </a:t>
            </a:r>
            <a:r>
              <a:rPr lang="en-US" sz="1600" dirty="0" smtClean="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a:t>
            </a:r>
            <a:r>
              <a:rPr lang="en-US" sz="1600" b="1" i="1"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Elon Musk Chip </a:t>
            </a:r>
            <a:endParaRPr lang="en-US" sz="1100" b="1" dirty="0">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600" b="1" dirty="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PROJECT </a:t>
            </a:r>
            <a:r>
              <a:rPr lang="en-US" sz="1600" b="1" dirty="0" smtClean="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SPONCER </a:t>
            </a:r>
            <a:r>
              <a:rPr lang="en-US" b="1" dirty="0" smtClean="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a:t>
            </a:r>
            <a:r>
              <a:rPr lang="en-US" sz="1600" b="1" i="1" dirty="0" err="1">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Neuralink</a:t>
            </a:r>
            <a:r>
              <a:rPr lang="en-US" sz="1600" b="1" i="1"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a:t>
            </a:r>
            <a:r>
              <a:rPr lang="en-US" sz="1600" b="1" i="1" dirty="0" smtClean="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Company</a:t>
            </a:r>
          </a:p>
          <a:p>
            <a:pPr>
              <a:lnSpc>
                <a:spcPct val="115000"/>
              </a:lnSpc>
              <a:spcAft>
                <a:spcPts val="1000"/>
              </a:spcAft>
            </a:pPr>
            <a:r>
              <a:rPr lang="en-US" sz="1600" i="1"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a:t>
            </a:r>
            <a:r>
              <a:rPr lang="en-US" sz="1600" i="1" dirty="0" smtClean="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 </a:t>
            </a:r>
            <a:r>
              <a:rPr lang="en-US" sz="1200" dirty="0" smtClean="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Contact</a:t>
            </a:r>
            <a:r>
              <a:rPr lang="en-US" sz="1200"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elonmusk@gmail.com.</a:t>
            </a:r>
            <a:endParaRPr lang="en-US" sz="1100" dirty="0">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600" b="1" dirty="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PROJECT </a:t>
            </a:r>
            <a:r>
              <a:rPr lang="en-US" sz="1600" b="1" dirty="0" smtClean="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MANAGER </a:t>
            </a:r>
            <a:r>
              <a:rPr lang="en-US" dirty="0" smtClean="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a:t>
            </a:r>
            <a:r>
              <a:rPr lang="en-US" sz="1400" b="1" dirty="0" err="1">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Walaa</a:t>
            </a:r>
            <a:r>
              <a:rPr lang="en-US" sz="1400" b="1"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a:t>
            </a:r>
            <a:r>
              <a:rPr lang="en-US" sz="1400" b="1" dirty="0" err="1">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AbdElhady</a:t>
            </a:r>
            <a:r>
              <a:rPr lang="en-US" sz="1400" b="1"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a:t>
            </a:r>
            <a:r>
              <a:rPr lang="en-US" sz="1400" b="1" dirty="0" err="1" smtClean="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AbdElMohsen</a:t>
            </a:r>
            <a:endParaRPr lang="en-US" sz="1400" b="1" dirty="0" smtClean="0">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100"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a:t>
            </a:r>
            <a:r>
              <a:rPr lang="en-US" sz="1100" dirty="0" smtClean="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 </a:t>
            </a:r>
            <a:r>
              <a:rPr lang="en-US" sz="1200" dirty="0" smtClean="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Contact</a:t>
            </a:r>
            <a:r>
              <a:rPr lang="en-US" sz="1200"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walaa@gmail.com</a:t>
            </a:r>
            <a:r>
              <a:rPr lang="en-US" sz="1400"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a:t>
            </a:r>
            <a:endParaRPr lang="en-US" sz="1100" dirty="0">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600" b="1" dirty="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PROJECT </a:t>
            </a:r>
            <a:r>
              <a:rPr lang="en-US" sz="1600" b="1" dirty="0" smtClean="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TEAM </a:t>
            </a:r>
            <a:r>
              <a:rPr lang="en-US" b="1" dirty="0" smtClean="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a:t>
            </a:r>
            <a:endParaRPr lang="en-US" sz="1100" b="1" dirty="0">
              <a:latin typeface="Calibri" panose="020F0502020204030204" pitchFamily="34" charset="0"/>
              <a:ea typeface="Calibri" panose="020F0502020204030204" pitchFamily="34" charset="0"/>
              <a:cs typeface="Arial" panose="020B0604020202020204" pitchFamily="34" charset="0"/>
            </a:endParaRPr>
          </a:p>
          <a:p>
            <a:pPr marL="1600200" marR="0" lvl="3" indent="-228600">
              <a:lnSpc>
                <a:spcPct val="115000"/>
              </a:lnSpc>
              <a:spcBef>
                <a:spcPts val="0"/>
              </a:spcBef>
              <a:spcAft>
                <a:spcPts val="0"/>
              </a:spcAft>
              <a:buFont typeface="Symbol" panose="05050102010706020507" pitchFamily="18" charset="2"/>
              <a:buChar char=""/>
            </a:pPr>
            <a:r>
              <a:rPr lang="en-US" sz="1400" b="1" dirty="0" err="1">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Habiba</a:t>
            </a:r>
            <a:r>
              <a:rPr lang="en-US" sz="1400"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 Mostafa Ahmed</a:t>
            </a:r>
            <a:endParaRPr lang="en-US" sz="1400" b="1" dirty="0">
              <a:ln w="5271" cap="flat" cmpd="sng" algn="ctr">
                <a:solidFill>
                  <a:srgbClr val="7D7D7D"/>
                </a:solidFill>
                <a:prstDash val="solid"/>
                <a:round/>
              </a:ln>
              <a:gradFill>
                <a:gsLst>
                  <a:gs pos="0">
                    <a:srgbClr val="FFFFFF"/>
                  </a:gs>
                  <a:gs pos="9000">
                    <a:srgbClr val="FFFFFF"/>
                  </a:gs>
                  <a:gs pos="50000">
                    <a:srgbClr val="7C7C7C"/>
                  </a:gs>
                  <a:gs pos="79000">
                    <a:srgbClr val="FFFFFF"/>
                  </a:gs>
                  <a:gs pos="100000">
                    <a:srgbClr val="FFFFFF"/>
                  </a:gs>
                </a:gsLst>
                <a:lin ang="5400000" scaled="0"/>
              </a:gradFill>
              <a:effectLst>
                <a:glow>
                  <a:srgbClr val="000000"/>
                </a:glow>
                <a:outerShdw sx="0" sy="0">
                  <a:srgbClr val="000000"/>
                </a:outerShdw>
                <a:reflection stA="0" endPos="0" fadeDir="0" sx="0" sy="0"/>
              </a:effectLst>
              <a:latin typeface="Calibri" panose="020F0502020204030204" pitchFamily="34" charset="0"/>
              <a:ea typeface="Calibri" panose="020F0502020204030204" pitchFamily="34" charset="0"/>
              <a:cs typeface="Arial" panose="020B0604020202020204" pitchFamily="34" charset="0"/>
            </a:endParaRPr>
          </a:p>
          <a:p>
            <a:pPr marL="1600200" marR="0" lvl="3" indent="-228600">
              <a:lnSpc>
                <a:spcPct val="115000"/>
              </a:lnSpc>
              <a:spcBef>
                <a:spcPts val="0"/>
              </a:spcBef>
              <a:spcAft>
                <a:spcPts val="0"/>
              </a:spcAft>
              <a:buFont typeface="Symbol" panose="05050102010706020507" pitchFamily="18" charset="2"/>
              <a:buChar char=""/>
            </a:pPr>
            <a:r>
              <a:rPr lang="en-US" sz="1400" b="1" dirty="0" err="1">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Aya</a:t>
            </a:r>
            <a:r>
              <a:rPr lang="en-US" sz="1400"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 Ahmed </a:t>
            </a:r>
            <a:r>
              <a:rPr lang="en-US" sz="1400" b="1" dirty="0" err="1">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Abd</a:t>
            </a:r>
            <a:r>
              <a:rPr lang="en-US" sz="1400"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 </a:t>
            </a:r>
            <a:r>
              <a:rPr lang="en-US" sz="1400" b="1" dirty="0" err="1">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ElAziz</a:t>
            </a:r>
            <a:endParaRPr lang="en-US" sz="1400" b="1" dirty="0">
              <a:ln w="5271" cap="flat" cmpd="sng" algn="ctr">
                <a:solidFill>
                  <a:srgbClr val="7D7D7D"/>
                </a:solidFill>
                <a:prstDash val="solid"/>
                <a:round/>
              </a:ln>
              <a:gradFill>
                <a:gsLst>
                  <a:gs pos="0">
                    <a:srgbClr val="FFFFFF"/>
                  </a:gs>
                  <a:gs pos="9000">
                    <a:srgbClr val="FFFFFF"/>
                  </a:gs>
                  <a:gs pos="50000">
                    <a:srgbClr val="7C7C7C"/>
                  </a:gs>
                  <a:gs pos="79000">
                    <a:srgbClr val="FFFFFF"/>
                  </a:gs>
                  <a:gs pos="100000">
                    <a:srgbClr val="FFFFFF"/>
                  </a:gs>
                </a:gsLst>
                <a:lin ang="5400000" scaled="0"/>
              </a:gradFill>
              <a:effectLst>
                <a:glow>
                  <a:srgbClr val="000000"/>
                </a:glow>
                <a:outerShdw sx="0" sy="0">
                  <a:srgbClr val="000000"/>
                </a:outerShdw>
                <a:reflection stA="0" endPos="0" fadeDir="0" sx="0" sy="0"/>
              </a:effectLst>
              <a:latin typeface="Calibri" panose="020F0502020204030204" pitchFamily="34" charset="0"/>
              <a:ea typeface="Calibri" panose="020F0502020204030204" pitchFamily="34" charset="0"/>
              <a:cs typeface="Arial" panose="020B0604020202020204" pitchFamily="34" charset="0"/>
            </a:endParaRPr>
          </a:p>
          <a:p>
            <a:pPr marL="1600200" marR="0" lvl="3" indent="-228600">
              <a:lnSpc>
                <a:spcPct val="115000"/>
              </a:lnSpc>
              <a:spcBef>
                <a:spcPts val="0"/>
              </a:spcBef>
              <a:spcAft>
                <a:spcPts val="0"/>
              </a:spcAft>
              <a:buFont typeface="Symbol" panose="05050102010706020507" pitchFamily="18" charset="2"/>
              <a:buChar char=""/>
            </a:pPr>
            <a:r>
              <a:rPr lang="en-US" sz="1400" b="1" dirty="0" err="1">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Menna</a:t>
            </a:r>
            <a:r>
              <a:rPr lang="en-US" sz="1400"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 Salah Mohamed</a:t>
            </a:r>
            <a:endParaRPr lang="en-US" sz="1400" b="1" dirty="0">
              <a:ln w="5271" cap="flat" cmpd="sng" algn="ctr">
                <a:solidFill>
                  <a:srgbClr val="7D7D7D"/>
                </a:solidFill>
                <a:prstDash val="solid"/>
                <a:round/>
              </a:ln>
              <a:gradFill>
                <a:gsLst>
                  <a:gs pos="0">
                    <a:srgbClr val="FFFFFF"/>
                  </a:gs>
                  <a:gs pos="9000">
                    <a:srgbClr val="FFFFFF"/>
                  </a:gs>
                  <a:gs pos="50000">
                    <a:srgbClr val="7C7C7C"/>
                  </a:gs>
                  <a:gs pos="79000">
                    <a:srgbClr val="FFFFFF"/>
                  </a:gs>
                  <a:gs pos="100000">
                    <a:srgbClr val="FFFFFF"/>
                  </a:gs>
                </a:gsLst>
                <a:lin ang="5400000" scaled="0"/>
              </a:gradFill>
              <a:effectLst>
                <a:glow>
                  <a:srgbClr val="000000"/>
                </a:glow>
                <a:outerShdw sx="0" sy="0">
                  <a:srgbClr val="000000"/>
                </a:outerShdw>
                <a:reflection stA="0" endPos="0" fadeDir="0" sx="0" sy="0"/>
              </a:effectLst>
              <a:latin typeface="Calibri" panose="020F0502020204030204" pitchFamily="34" charset="0"/>
              <a:ea typeface="Calibri" panose="020F0502020204030204" pitchFamily="34" charset="0"/>
              <a:cs typeface="Arial" panose="020B0604020202020204" pitchFamily="34" charset="0"/>
            </a:endParaRPr>
          </a:p>
          <a:p>
            <a:pPr marL="1600200" marR="0" lvl="3" indent="-228600">
              <a:lnSpc>
                <a:spcPct val="115000"/>
              </a:lnSpc>
              <a:spcBef>
                <a:spcPts val="0"/>
              </a:spcBef>
              <a:spcAft>
                <a:spcPts val="1000"/>
              </a:spcAft>
              <a:buFont typeface="Symbol" panose="05050102010706020507" pitchFamily="18" charset="2"/>
              <a:buChar char=""/>
            </a:pPr>
            <a:r>
              <a:rPr lang="en-US" sz="1400" b="1" dirty="0" err="1">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Bedour</a:t>
            </a:r>
            <a:r>
              <a:rPr lang="en-US" sz="1400"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 </a:t>
            </a:r>
            <a:r>
              <a:rPr lang="en-US" sz="1400" b="1" dirty="0" err="1">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Farghal</a:t>
            </a:r>
            <a:r>
              <a:rPr lang="en-US" sz="1400"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 </a:t>
            </a:r>
            <a:r>
              <a:rPr lang="en-US" sz="1400" b="1" dirty="0" err="1">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Shawki</a:t>
            </a:r>
            <a:endParaRPr lang="en-US" sz="1400" b="1" dirty="0">
              <a:ln w="5271" cap="flat" cmpd="sng" algn="ctr">
                <a:solidFill>
                  <a:srgbClr val="7D7D7D"/>
                </a:solidFill>
                <a:prstDash val="solid"/>
                <a:round/>
              </a:ln>
              <a:gradFill>
                <a:gsLst>
                  <a:gs pos="0">
                    <a:srgbClr val="FFFFFF"/>
                  </a:gs>
                  <a:gs pos="9000">
                    <a:srgbClr val="FFFFFF"/>
                  </a:gs>
                  <a:gs pos="50000">
                    <a:srgbClr val="7C7C7C"/>
                  </a:gs>
                  <a:gs pos="79000">
                    <a:srgbClr val="FFFFFF"/>
                  </a:gs>
                  <a:gs pos="100000">
                    <a:srgbClr val="FFFFFF"/>
                  </a:gs>
                </a:gsLst>
                <a:lin ang="5400000" scaled="0"/>
              </a:gradFill>
              <a:effectLst>
                <a:glow>
                  <a:srgbClr val="000000"/>
                </a:glow>
                <a:outerShdw sx="0" sy="0">
                  <a:srgbClr val="000000"/>
                </a:outerShdw>
                <a:reflection stA="0" endPos="0" fadeDir="0" sx="0" s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600" b="1" dirty="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Purpose of the </a:t>
            </a:r>
            <a:r>
              <a:rPr lang="en-US" sz="1600" b="1" dirty="0" smtClean="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Project </a:t>
            </a:r>
            <a:r>
              <a:rPr lang="en-US" sz="1400" dirty="0" smtClean="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a:t>
            </a:r>
            <a:endParaRPr lang="en-US" sz="1100" dirty="0">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1400" b="1"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Making a chip to</a:t>
            </a:r>
            <a:r>
              <a:rPr lang="en-US" sz="1100" b="1"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a:t>
            </a:r>
            <a:r>
              <a:rPr lang="en-US" sz="1400" b="1"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solve important spine and brain problems with a seamlessly implanted device.                  </a:t>
            </a:r>
            <a:r>
              <a:rPr lang="en-US" sz="1400"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a:t>
            </a:r>
            <a:endParaRPr lang="en-US" sz="1100" dirty="0">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b="1" dirty="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Business case for the </a:t>
            </a:r>
            <a:r>
              <a:rPr lang="en-US" b="1" dirty="0" smtClean="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project </a:t>
            </a:r>
            <a:r>
              <a:rPr lang="en-US" dirty="0" smtClean="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a:t>
            </a:r>
            <a:endParaRPr lang="en-US"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400"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This chip can read all of the brain's activities, as well as the chemicals, making it able to plan and predict a person's functions.</a:t>
            </a:r>
            <a:endParaRPr lang="en-US" sz="1100" b="1" dirty="0">
              <a:ln w="5271" cap="flat" cmpd="sng" algn="ctr">
                <a:solidFill>
                  <a:srgbClr val="7D7D7D"/>
                </a:solidFill>
                <a:prstDash val="solid"/>
                <a:round/>
              </a:ln>
              <a:gradFill>
                <a:gsLst>
                  <a:gs pos="0">
                    <a:srgbClr val="FFFFFF"/>
                  </a:gs>
                  <a:gs pos="9000">
                    <a:srgbClr val="FFFFFF"/>
                  </a:gs>
                  <a:gs pos="50000">
                    <a:srgbClr val="7C7C7C"/>
                  </a:gs>
                  <a:gs pos="79000">
                    <a:srgbClr val="FFFFFF"/>
                  </a:gs>
                  <a:gs pos="100000">
                    <a:srgbClr val="FFFFFF"/>
                  </a:gs>
                </a:gsLst>
                <a:lin ang="5400000" scaled="0"/>
              </a:gradFill>
              <a:effectLst>
                <a:glow>
                  <a:srgbClr val="000000"/>
                </a:glow>
                <a:outerShdw sx="0" sy="0">
                  <a:srgbClr val="000000"/>
                </a:outerShdw>
                <a:reflection stA="0" endPos="0" fadeDir="0" sx="0" s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400"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The area in which the slide is implanted allows treating some hearing and vision problems as well as some psychological problems, and it is possible in the future to treat many diseases related to nerves.</a:t>
            </a:r>
            <a:endParaRPr lang="en-US" sz="1100" b="1" dirty="0">
              <a:ln w="5271" cap="flat" cmpd="sng" algn="ctr">
                <a:solidFill>
                  <a:srgbClr val="7D7D7D"/>
                </a:solidFill>
                <a:prstDash val="solid"/>
                <a:round/>
              </a:ln>
              <a:gradFill>
                <a:gsLst>
                  <a:gs pos="0">
                    <a:srgbClr val="FFFFFF"/>
                  </a:gs>
                  <a:gs pos="9000">
                    <a:srgbClr val="FFFFFF"/>
                  </a:gs>
                  <a:gs pos="50000">
                    <a:srgbClr val="7C7C7C"/>
                  </a:gs>
                  <a:gs pos="79000">
                    <a:srgbClr val="FFFFFF"/>
                  </a:gs>
                  <a:gs pos="100000">
                    <a:srgbClr val="FFFFFF"/>
                  </a:gs>
                </a:gsLst>
                <a:lin ang="5400000" scaled="0"/>
              </a:gradFill>
              <a:effectLst>
                <a:glow>
                  <a:srgbClr val="000000"/>
                </a:glow>
                <a:outerShdw sx="0" sy="0">
                  <a:srgbClr val="000000"/>
                </a:outerShdw>
                <a:reflection stA="0" endPos="0" fadeDir="0" sx="0" s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sz="1400"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Chip development could allow for telepathy and mental programming.</a:t>
            </a:r>
            <a:endParaRPr lang="en-US" sz="1100" b="1" dirty="0">
              <a:ln w="5271" cap="flat" cmpd="sng" algn="ctr">
                <a:solidFill>
                  <a:srgbClr val="7D7D7D"/>
                </a:solidFill>
                <a:prstDash val="solid"/>
                <a:round/>
              </a:ln>
              <a:gradFill>
                <a:gsLst>
                  <a:gs pos="0">
                    <a:srgbClr val="FFFFFF"/>
                  </a:gs>
                  <a:gs pos="9000">
                    <a:srgbClr val="FFFFFF"/>
                  </a:gs>
                  <a:gs pos="50000">
                    <a:srgbClr val="7C7C7C"/>
                  </a:gs>
                  <a:gs pos="79000">
                    <a:srgbClr val="FFFFFF"/>
                  </a:gs>
                  <a:gs pos="100000">
                    <a:srgbClr val="FFFFFF"/>
                  </a:gs>
                </a:gsLst>
                <a:lin ang="5400000" scaled="0"/>
              </a:gradFill>
              <a:effectLst>
                <a:glow>
                  <a:srgbClr val="000000"/>
                </a:glow>
                <a:outerShdw sx="0" sy="0">
                  <a:srgbClr val="000000"/>
                </a:outerShdw>
                <a:reflection stA="0" endPos="0" fadeDir="0" sx="0" s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1000"/>
              </a:spcAft>
              <a:buFont typeface="Symbol" panose="05050102010706020507" pitchFamily="18" charset="2"/>
              <a:buChar char=""/>
            </a:pPr>
            <a:r>
              <a:rPr lang="en-US" sz="1400"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In the future, scientists seek to develop it to make it able to cancel the feeling of pain, and the feeling of sadness, as it will control and store memories and </a:t>
            </a:r>
            <a:r>
              <a:rPr lang="en-US" sz="1400" b="1" dirty="0" smtClean="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dreams.</a:t>
            </a:r>
            <a:endParaRPr lang="en-US" sz="1100" b="1" dirty="0" smtClean="0">
              <a:ln w="5271" cap="flat" cmpd="sng" algn="ctr">
                <a:solidFill>
                  <a:srgbClr val="7D7D7D"/>
                </a:solidFill>
                <a:prstDash val="solid"/>
                <a:round/>
              </a:ln>
              <a:gradFill>
                <a:gsLst>
                  <a:gs pos="0">
                    <a:srgbClr val="FFFFFF"/>
                  </a:gs>
                  <a:gs pos="9000">
                    <a:srgbClr val="FFFFFF"/>
                  </a:gs>
                  <a:gs pos="50000">
                    <a:srgbClr val="7C7C7C"/>
                  </a:gs>
                  <a:gs pos="79000">
                    <a:srgbClr val="FFFFFF"/>
                  </a:gs>
                  <a:gs pos="100000">
                    <a:srgbClr val="FFFFFF"/>
                  </a:gs>
                </a:gsLst>
                <a:lin ang="5400000" scaled="0"/>
              </a:gradFill>
              <a:effectLst>
                <a:glow>
                  <a:srgbClr val="000000"/>
                </a:glow>
                <a:outerShdw sx="0" sy="0">
                  <a:srgbClr val="000000"/>
                </a:outerShdw>
                <a:reflection stA="0" endPos="0" fadeDir="0" sx="0" s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1000"/>
              </a:spcAft>
              <a:buFont typeface="Symbol" panose="05050102010706020507" pitchFamily="18" charset="2"/>
              <a:buChar char=""/>
            </a:pPr>
            <a:r>
              <a:rPr lang="en-US" sz="1400" b="1" dirty="0" smtClean="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Through </a:t>
            </a:r>
            <a:r>
              <a:rPr lang="en-US" sz="1400" b="1"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this chip, you can communicate with smartphones, computers, etc., and provide it with information</a:t>
            </a:r>
            <a:endParaRPr lang="ar-EG" b="1" dirty="0"/>
          </a:p>
        </p:txBody>
      </p:sp>
    </p:spTree>
    <p:extLst>
      <p:ext uri="{BB962C8B-B14F-4D97-AF65-F5344CB8AC3E}">
        <p14:creationId xmlns:p14="http://schemas.microsoft.com/office/powerpoint/2010/main" val="250069572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1" y="0"/>
            <a:ext cx="12191999" cy="6511526"/>
          </a:xfrm>
          <a:prstGeom prst="rect">
            <a:avLst/>
          </a:prstGeom>
        </p:spPr>
        <p:txBody>
          <a:bodyPr wrap="square">
            <a:spAutoFit/>
          </a:bodyPr>
          <a:lstStyle/>
          <a:p>
            <a:pPr>
              <a:lnSpc>
                <a:spcPct val="115000"/>
              </a:lnSpc>
              <a:spcAft>
                <a:spcPts val="1000"/>
              </a:spcAft>
            </a:pPr>
            <a:r>
              <a:rPr lang="en-US" sz="2400" b="1" dirty="0">
                <a:ln w="15773" cap="flat" cmpd="sng" algn="ctr">
                  <a:gradFill>
                    <a:gsLst>
                      <a:gs pos="25000">
                        <a:srgbClr val="0E5290"/>
                      </a:gs>
                      <a:gs pos="80000">
                        <a:srgbClr val="7CB8FF"/>
                      </a:gs>
                    </a:gsLst>
                    <a:lin ang="5400000" scaled="0"/>
                  </a:gradFill>
                  <a:prstDash val="solid"/>
                  <a:round/>
                </a:ln>
                <a:solidFill>
                  <a:srgbClr val="000000"/>
                </a:solidFill>
                <a:effectLst>
                  <a:outerShdw blurRad="41275" dist="12700" dir="12000000" algn="tl">
                    <a:srgbClr val="000000">
                      <a:alpha val="40000"/>
                    </a:srgbClr>
                  </a:outerShdw>
                </a:effectLst>
                <a:latin typeface="Calibri" panose="020F0502020204030204" pitchFamily="34" charset="0"/>
                <a:ea typeface="Calibri" panose="020F0502020204030204" pitchFamily="34" charset="0"/>
                <a:cs typeface="Arial" panose="020B0604020202020204" pitchFamily="34" charset="0"/>
              </a:rPr>
              <a:t> </a:t>
            </a:r>
            <a:r>
              <a:rPr lang="en-US" b="1" dirty="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PROJECT RESOURCES:</a:t>
            </a:r>
            <a:endParaRPr lang="en-US" sz="1400" b="1" dirty="0">
              <a:solidFill>
                <a:srgbClr val="FF0000"/>
              </a:solidFill>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Using a robot implant the slide inside the human body.</a:t>
            </a:r>
            <a:endParaRPr lang="en-US" sz="1400" b="1" dirty="0">
              <a:ln w="5271" cap="flat" cmpd="sng" algn="ctr">
                <a:solidFill>
                  <a:srgbClr val="7D7D7D"/>
                </a:solidFill>
                <a:prstDash val="solid"/>
                <a:round/>
              </a:ln>
              <a:gradFill>
                <a:gsLst>
                  <a:gs pos="0">
                    <a:srgbClr val="FFFFFF"/>
                  </a:gs>
                  <a:gs pos="9000">
                    <a:srgbClr val="FFFFFF"/>
                  </a:gs>
                  <a:gs pos="50000">
                    <a:srgbClr val="7C7C7C"/>
                  </a:gs>
                  <a:gs pos="79000">
                    <a:srgbClr val="FFFFFF"/>
                  </a:gs>
                  <a:gs pos="100000">
                    <a:srgbClr val="FFFFFF"/>
                  </a:gs>
                </a:gsLst>
                <a:lin ang="5400000" scaled="0"/>
              </a:gradFill>
              <a:effectLst>
                <a:glow>
                  <a:srgbClr val="000000"/>
                </a:glow>
                <a:outerShdw sx="0" sy="0">
                  <a:srgbClr val="000000"/>
                </a:outerShdw>
                <a:reflection stA="0" endPos="0" fadeDir="0" sx="0" s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Some materials for the manufacture of the chip, such as silicon, copper, and chips that contain complex electronic circuits.</a:t>
            </a:r>
            <a:endParaRPr lang="en-US" sz="1400" b="1" dirty="0">
              <a:ln w="5271" cap="flat" cmpd="sng" algn="ctr">
                <a:solidFill>
                  <a:srgbClr val="7D7D7D"/>
                </a:solidFill>
                <a:prstDash val="solid"/>
                <a:round/>
              </a:ln>
              <a:gradFill>
                <a:gsLst>
                  <a:gs pos="0">
                    <a:srgbClr val="FFFFFF"/>
                  </a:gs>
                  <a:gs pos="9000">
                    <a:srgbClr val="FFFFFF"/>
                  </a:gs>
                  <a:gs pos="50000">
                    <a:srgbClr val="7C7C7C"/>
                  </a:gs>
                  <a:gs pos="79000">
                    <a:srgbClr val="FFFFFF"/>
                  </a:gs>
                  <a:gs pos="100000">
                    <a:srgbClr val="FFFFFF"/>
                  </a:gs>
                </a:gsLst>
                <a:lin ang="5400000" scaled="0"/>
              </a:gradFill>
              <a:effectLst>
                <a:glow>
                  <a:srgbClr val="000000"/>
                </a:glow>
                <a:outerShdw sx="0" sy="0">
                  <a:srgbClr val="000000"/>
                </a:outerShdw>
                <a:reflection stA="0" endPos="0" fadeDir="0" sx="0" s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Using the services of the civil registry to provide all information about the person to whom the chip will be implanted.</a:t>
            </a:r>
            <a:endParaRPr lang="en-US" sz="1400" b="1" dirty="0">
              <a:ln w="5271" cap="flat" cmpd="sng" algn="ctr">
                <a:solidFill>
                  <a:srgbClr val="7D7D7D"/>
                </a:solidFill>
                <a:prstDash val="solid"/>
                <a:round/>
              </a:ln>
              <a:gradFill>
                <a:gsLst>
                  <a:gs pos="0">
                    <a:srgbClr val="FFFFFF"/>
                  </a:gs>
                  <a:gs pos="9000">
                    <a:srgbClr val="FFFFFF"/>
                  </a:gs>
                  <a:gs pos="50000">
                    <a:srgbClr val="7C7C7C"/>
                  </a:gs>
                  <a:gs pos="79000">
                    <a:srgbClr val="FFFFFF"/>
                  </a:gs>
                  <a:gs pos="100000">
                    <a:srgbClr val="FFFFFF"/>
                  </a:gs>
                </a:gsLst>
                <a:lin ang="5400000" scaled="0"/>
              </a:gradFill>
              <a:effectLst>
                <a:glow>
                  <a:srgbClr val="000000"/>
                </a:glow>
                <a:outerShdw sx="0" sy="0">
                  <a:srgbClr val="000000"/>
                </a:outerShdw>
                <a:reflection stA="0" endPos="0" fadeDir="0" sx="0" s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Some transistors and resistors for industry.</a:t>
            </a:r>
            <a:endParaRPr lang="en-US" sz="1400" b="1" dirty="0">
              <a:ln w="5271" cap="flat" cmpd="sng" algn="ctr">
                <a:solidFill>
                  <a:srgbClr val="7D7D7D"/>
                </a:solidFill>
                <a:prstDash val="solid"/>
                <a:round/>
              </a:ln>
              <a:gradFill>
                <a:gsLst>
                  <a:gs pos="0">
                    <a:srgbClr val="FFFFFF"/>
                  </a:gs>
                  <a:gs pos="9000">
                    <a:srgbClr val="FFFFFF"/>
                  </a:gs>
                  <a:gs pos="50000">
                    <a:srgbClr val="7C7C7C"/>
                  </a:gs>
                  <a:gs pos="79000">
                    <a:srgbClr val="FFFFFF"/>
                  </a:gs>
                  <a:gs pos="100000">
                    <a:srgbClr val="FFFFFF"/>
                  </a:gs>
                </a:gsLst>
                <a:lin ang="5400000" scaled="0"/>
              </a:gradFill>
              <a:effectLst>
                <a:glow>
                  <a:srgbClr val="000000"/>
                </a:glow>
                <a:outerShdw sx="0" sy="0">
                  <a:srgbClr val="000000"/>
                </a:outerShdw>
                <a:reflection stA="0" endPos="0" fadeDir="0" sx="0" s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The use of a protection system to ensure the privacy of the chip and to ensure that it is not hacked.</a:t>
            </a:r>
            <a:endParaRPr lang="en-US" sz="1400" b="1" dirty="0">
              <a:ln w="5271" cap="flat" cmpd="sng" algn="ctr">
                <a:solidFill>
                  <a:srgbClr val="7D7D7D"/>
                </a:solidFill>
                <a:prstDash val="solid"/>
                <a:round/>
              </a:ln>
              <a:gradFill>
                <a:gsLst>
                  <a:gs pos="0">
                    <a:srgbClr val="FFFFFF"/>
                  </a:gs>
                  <a:gs pos="9000">
                    <a:srgbClr val="FFFFFF"/>
                  </a:gs>
                  <a:gs pos="50000">
                    <a:srgbClr val="7C7C7C"/>
                  </a:gs>
                  <a:gs pos="79000">
                    <a:srgbClr val="FFFFFF"/>
                  </a:gs>
                  <a:gs pos="100000">
                    <a:srgbClr val="FFFFFF"/>
                  </a:gs>
                </a:gsLst>
                <a:lin ang="5400000" scaled="0"/>
              </a:gradFill>
              <a:effectLst>
                <a:glow>
                  <a:srgbClr val="000000"/>
                </a:glow>
                <a:outerShdw sx="0" sy="0">
                  <a:srgbClr val="000000"/>
                </a:outerShdw>
                <a:reflection stA="0" endPos="0" fadeDir="0" sx="0" s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1000"/>
              </a:spcAft>
              <a:buFont typeface="Symbol" panose="05050102010706020507" pitchFamily="18" charset="2"/>
              <a:buChar char=""/>
            </a:pPr>
            <a:r>
              <a:rPr lang="en-US"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Using the World Health Organization to monitor the extent of the health repercussions that the slide may cause to humans</a:t>
            </a:r>
            <a:r>
              <a:rPr lang="en-US"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a:t>
            </a:r>
            <a:endParaRPr lang="en-US" sz="1400" dirty="0">
              <a:ln w="5271" cap="flat" cmpd="sng" algn="ctr">
                <a:solidFill>
                  <a:srgbClr val="7D7D7D"/>
                </a:solidFill>
                <a:prstDash val="solid"/>
                <a:round/>
              </a:ln>
              <a:gradFill>
                <a:gsLst>
                  <a:gs pos="0">
                    <a:srgbClr val="FFFFFF"/>
                  </a:gs>
                  <a:gs pos="9000">
                    <a:srgbClr val="FFFFFF"/>
                  </a:gs>
                  <a:gs pos="50000">
                    <a:srgbClr val="7C7C7C"/>
                  </a:gs>
                  <a:gs pos="79000">
                    <a:srgbClr val="FFFFFF"/>
                  </a:gs>
                  <a:gs pos="100000">
                    <a:srgbClr val="FFFFFF"/>
                  </a:gs>
                </a:gsLst>
                <a:lin ang="5400000" scaled="0"/>
              </a:gradFill>
              <a:effectLst>
                <a:glow>
                  <a:srgbClr val="000000"/>
                </a:glow>
                <a:outerShdw sx="0" sy="0">
                  <a:srgbClr val="000000"/>
                </a:outerShdw>
                <a:reflection stA="0" endPos="0" fadeDir="0" sx="0" s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a:t>
            </a:r>
            <a:r>
              <a:rPr lang="en-US" b="1" dirty="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PROJECT DEIVERABLE</a:t>
            </a:r>
            <a:r>
              <a:rPr lang="en-US" sz="2400" b="1" dirty="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a:t>
            </a:r>
            <a:endParaRPr lang="en-US" sz="1400" b="1" dirty="0">
              <a:solidFill>
                <a:srgbClr val="FF0000"/>
              </a:solidFill>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b="1"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The technology will initially have a medical focus, such as helping people deal with brain and spinal cord injuries or birth defects. The technology could, for example, help paraplegics who have lost the ability to move or feel because of spinal cord injuries, and early human uses of the technology will aim to help conditions such as paraplegia or quadriplegia.</a:t>
            </a:r>
            <a:endParaRPr lang="en-US" sz="1400" b="1" dirty="0">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2400"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a:t>
            </a:r>
            <a:r>
              <a:rPr lang="en-US" b="1" dirty="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COMMUNICATION PLAN:</a:t>
            </a:r>
            <a:endParaRPr lang="en-US" sz="1400" b="1" dirty="0">
              <a:solidFill>
                <a:srgbClr val="FF0000"/>
              </a:solidFill>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0"/>
              </a:spcAft>
              <a:buFont typeface="Symbol" panose="05050102010706020507" pitchFamily="18" charset="2"/>
              <a:buChar char=""/>
            </a:pPr>
            <a:r>
              <a:rPr lang="en-US"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An offline meeting every week.</a:t>
            </a:r>
            <a:endParaRPr lang="en-US" sz="1400" b="1" dirty="0">
              <a:ln w="5271" cap="flat" cmpd="sng" algn="ctr">
                <a:solidFill>
                  <a:srgbClr val="7D7D7D"/>
                </a:solidFill>
                <a:prstDash val="solid"/>
                <a:round/>
              </a:ln>
              <a:gradFill>
                <a:gsLst>
                  <a:gs pos="0">
                    <a:srgbClr val="FFFFFF"/>
                  </a:gs>
                  <a:gs pos="9000">
                    <a:srgbClr val="FFFFFF"/>
                  </a:gs>
                  <a:gs pos="50000">
                    <a:srgbClr val="7C7C7C"/>
                  </a:gs>
                  <a:gs pos="79000">
                    <a:srgbClr val="FFFFFF"/>
                  </a:gs>
                  <a:gs pos="100000">
                    <a:srgbClr val="FFFFFF"/>
                  </a:gs>
                </a:gsLst>
                <a:lin ang="5400000" scaled="0"/>
              </a:gradFill>
              <a:effectLst>
                <a:glow>
                  <a:srgbClr val="000000"/>
                </a:glow>
                <a:outerShdw sx="0" sy="0">
                  <a:srgbClr val="000000"/>
                </a:outerShdw>
                <a:reflection stA="0" endPos="0" fadeDir="0" sx="0" sy="0"/>
              </a:effectLst>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1000"/>
              </a:spcAft>
              <a:buFont typeface="Symbol" panose="05050102010706020507" pitchFamily="18" charset="2"/>
              <a:buChar char=""/>
            </a:pPr>
            <a:r>
              <a:rPr lang="en-US"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An online meeting every three days.</a:t>
            </a:r>
            <a:endParaRPr lang="en-US" sz="1400" b="1" dirty="0">
              <a:ln w="5271" cap="flat" cmpd="sng" algn="ctr">
                <a:solidFill>
                  <a:srgbClr val="7D7D7D"/>
                </a:solidFill>
                <a:prstDash val="solid"/>
                <a:round/>
              </a:ln>
              <a:gradFill>
                <a:gsLst>
                  <a:gs pos="0">
                    <a:srgbClr val="FFFFFF"/>
                  </a:gs>
                  <a:gs pos="9000">
                    <a:srgbClr val="FFFFFF"/>
                  </a:gs>
                  <a:gs pos="50000">
                    <a:srgbClr val="7C7C7C"/>
                  </a:gs>
                  <a:gs pos="79000">
                    <a:srgbClr val="FFFFFF"/>
                  </a:gs>
                  <a:gs pos="100000">
                    <a:srgbClr val="FFFFFF"/>
                  </a:gs>
                </a:gsLst>
                <a:lin ang="5400000" scaled="0"/>
              </a:gradFill>
              <a:effectLst>
                <a:glow>
                  <a:srgbClr val="000000"/>
                </a:glow>
                <a:outerShdw sx="0" sy="0">
                  <a:srgbClr val="000000"/>
                </a:outerShdw>
                <a:reflection stA="0" endPos="0" fadeDir="0" sx="0" sy="0"/>
              </a:effectLst>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sz="2400"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a:t>
            </a:r>
            <a:r>
              <a:rPr lang="en-US" b="1" dirty="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TIME:</a:t>
            </a:r>
            <a:endParaRPr lang="en-US" sz="1400" b="1" dirty="0">
              <a:solidFill>
                <a:srgbClr val="FF0000"/>
              </a:solidFill>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1000"/>
              </a:spcAft>
              <a:buFont typeface="Symbol" panose="05050102010706020507" pitchFamily="18" charset="2"/>
              <a:buChar char=""/>
            </a:pPr>
            <a:r>
              <a:rPr lang="en-US"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It will be finished in </a:t>
            </a:r>
            <a:r>
              <a:rPr lang="en-US" b="1" dirty="0" smtClean="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11 </a:t>
            </a:r>
            <a:r>
              <a:rPr lang="en-US" b="1" dirty="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months</a:t>
            </a:r>
            <a:r>
              <a:rPr lang="en-US" b="1" dirty="0" smtClean="0">
                <a:ln w="5271" cap="flat" cmpd="sng" algn="ctr">
                  <a:noFill/>
                  <a:prstDash val="solid"/>
                  <a:round/>
                </a:ln>
                <a:solidFill>
                  <a:srgbClr val="000000"/>
                </a:solidFill>
                <a:effectLst>
                  <a:glow>
                    <a:srgbClr val="000000"/>
                  </a:glow>
                  <a:outerShdw blurRad="38100" dist="19050" dir="2700000" algn="tl">
                    <a:schemeClr val="dk1">
                      <a:alpha val="40000"/>
                    </a:schemeClr>
                  </a:outerShdw>
                  <a:reflection stA="0" endPos="0" fadeDir="0" sx="0" sy="0"/>
                </a:effectLst>
                <a:latin typeface="Calibri" panose="020F0502020204030204" pitchFamily="34" charset="0"/>
                <a:ea typeface="Calibri" panose="020F0502020204030204" pitchFamily="34" charset="0"/>
                <a:cs typeface="Arial" panose="020B0604020202020204" pitchFamily="34" charset="0"/>
              </a:rPr>
              <a:t>.</a:t>
            </a:r>
            <a:endParaRPr lang="en-US" sz="1400" b="1" dirty="0">
              <a:ln w="5271" cap="flat" cmpd="sng" algn="ctr">
                <a:solidFill>
                  <a:srgbClr val="7D7D7D"/>
                </a:solidFill>
                <a:prstDash val="solid"/>
                <a:round/>
              </a:ln>
              <a:gradFill>
                <a:gsLst>
                  <a:gs pos="0">
                    <a:srgbClr val="FFFFFF"/>
                  </a:gs>
                  <a:gs pos="9000">
                    <a:srgbClr val="FFFFFF"/>
                  </a:gs>
                  <a:gs pos="50000">
                    <a:srgbClr val="7C7C7C"/>
                  </a:gs>
                  <a:gs pos="79000">
                    <a:srgbClr val="FFFFFF"/>
                  </a:gs>
                  <a:gs pos="100000">
                    <a:srgbClr val="FFFFFF"/>
                  </a:gs>
                </a:gsLst>
                <a:lin ang="5400000" scaled="0"/>
              </a:gradFill>
              <a:effectLst>
                <a:glow>
                  <a:srgbClr val="000000"/>
                </a:glow>
                <a:outerShdw sx="0" sy="0">
                  <a:srgbClr val="000000"/>
                </a:outerShdw>
                <a:reflection stA="0" endPos="0" fadeDir="0" sx="0" sy="0"/>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28314048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65610" y="173170"/>
            <a:ext cx="10315303" cy="2307298"/>
          </a:xfrm>
          <a:prstGeom prst="rect">
            <a:avLst/>
          </a:prstGeom>
        </p:spPr>
        <p:txBody>
          <a:bodyPr wrap="square">
            <a:spAutoFit/>
          </a:bodyPr>
          <a:lstStyle/>
          <a:p>
            <a:pPr>
              <a:lnSpc>
                <a:spcPct val="115000"/>
              </a:lnSpc>
              <a:spcAft>
                <a:spcPts val="1000"/>
              </a:spcAft>
            </a:pPr>
            <a:r>
              <a:rPr lang="en-US" sz="2400" dirty="0">
                <a:solidFill>
                  <a:srgbClr val="00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 </a:t>
            </a:r>
            <a:r>
              <a:rPr lang="en-US" b="1" dirty="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RISKS</a:t>
            </a:r>
            <a:r>
              <a:rPr lang="en-US" sz="2400" b="1" dirty="0">
                <a:solidFill>
                  <a:srgbClr val="FF0000"/>
                </a:solidFill>
                <a:effectLst>
                  <a:outerShdw blurRad="38100" dist="19050" dir="2700000" algn="tl">
                    <a:schemeClr val="dk1">
                      <a:alpha val="40000"/>
                    </a:schemeClr>
                  </a:outerShdw>
                </a:effectLst>
                <a:latin typeface="Calibri" panose="020F0502020204030204" pitchFamily="34" charset="0"/>
                <a:ea typeface="Calibri" panose="020F0502020204030204" pitchFamily="34" charset="0"/>
                <a:cs typeface="Arial" panose="020B0604020202020204" pitchFamily="34" charset="0"/>
              </a:rPr>
              <a:t>:</a:t>
            </a:r>
            <a:endParaRPr lang="en-US" sz="1400" b="1" dirty="0">
              <a:solidFill>
                <a:srgbClr val="FF0000"/>
              </a:solidFill>
              <a:latin typeface="Calibri" panose="020F0502020204030204" pitchFamily="34" charset="0"/>
              <a:ea typeface="Calibri" panose="020F0502020204030204" pitchFamily="34" charset="0"/>
              <a:cs typeface="Arial" panose="020B0604020202020204" pitchFamily="34" charset="0"/>
            </a:endParaRPr>
          </a:p>
          <a:p>
            <a:r>
              <a:rPr lang="en-US" b="1" i="1" dirty="0" smtClean="0">
                <a:solidFill>
                  <a:schemeClr val="bg1"/>
                </a:solidFill>
                <a:effectLst>
                  <a:outerShdw blurRad="38100" dist="19050" dir="2700000" algn="tl">
                    <a:schemeClr val="dk1">
                      <a:alpha val="40000"/>
                    </a:schemeClr>
                  </a:outerShdw>
                </a:effectLst>
              </a:rPr>
              <a:t>Hackers </a:t>
            </a:r>
            <a:r>
              <a:rPr lang="en-US" b="1" i="1" dirty="0">
                <a:solidFill>
                  <a:schemeClr val="bg1"/>
                </a:solidFill>
                <a:effectLst>
                  <a:outerShdw blurRad="38100" dist="19050" dir="2700000" algn="tl">
                    <a:schemeClr val="dk1">
                      <a:alpha val="40000"/>
                    </a:schemeClr>
                  </a:outerShdw>
                </a:effectLst>
              </a:rPr>
              <a:t>hack these chips, thereby controlling and controlling their owners.  A person may turn into a walking “robot”, and he may commit crimes and several serious matters that threaten his safety and existence.  Hence, increasing control is imposed on it.  It may facilitate espionage operations and penetration of the human mind, and control of its thoughts and members, and thus may re-create a group of electronically programmed humans</a:t>
            </a:r>
            <a:r>
              <a:rPr lang="en-US" b="1" dirty="0">
                <a:solidFill>
                  <a:schemeClr val="bg1"/>
                </a:solidFill>
                <a:effectLst>
                  <a:outerShdw blurRad="38100" dist="19050" dir="2700000" algn="tl">
                    <a:schemeClr val="dk1">
                      <a:alpha val="40000"/>
                    </a:schemeClr>
                  </a:outerShdw>
                </a:effectLst>
              </a:rPr>
              <a:t>.</a:t>
            </a:r>
            <a:endParaRPr lang="en-US" sz="1400" b="1"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221072811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effectLst>
                  <a:outerShdw blurRad="41275" dist="12700" dir="12000000" algn="tl">
                    <a:srgbClr val="000000">
                      <a:alpha val="40000"/>
                    </a:srgbClr>
                  </a:outerShdw>
                </a:effectLst>
              </a:rPr>
              <a:t>Project </a:t>
            </a:r>
            <a:r>
              <a:rPr lang="en-US" b="1" dirty="0" smtClean="0">
                <a:effectLst>
                  <a:outerShdw blurRad="41275" dist="12700" dir="12000000" algn="tl">
                    <a:srgbClr val="000000">
                      <a:alpha val="40000"/>
                    </a:srgbClr>
                  </a:outerShdw>
                </a:effectLst>
              </a:rPr>
              <a:t>Scope</a:t>
            </a:r>
            <a:r>
              <a:rPr lang="en-US" b="1" dirty="0">
                <a:effectLst>
                  <a:outerShdw blurRad="41275" dist="12700" dir="12000000" algn="tl">
                    <a:srgbClr val="000000">
                      <a:alpha val="40000"/>
                    </a:srgbClr>
                  </a:outerShdw>
                </a:effectLst>
              </a:rPr>
              <a:t>:</a:t>
            </a:r>
            <a:r>
              <a:rPr lang="en-US" b="1" dirty="0"/>
              <a:t/>
            </a:r>
            <a:br>
              <a:rPr lang="en-US" b="1" dirty="0"/>
            </a:br>
            <a:endParaRPr lang="ar-EG" b="1"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359506604"/>
              </p:ext>
            </p:extLst>
          </p:nvPr>
        </p:nvGraphicFramePr>
        <p:xfrm>
          <a:off x="681038" y="2336800"/>
          <a:ext cx="9613900" cy="359886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4798599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8857" y="130630"/>
            <a:ext cx="10498183" cy="6646435"/>
          </a:xfrm>
          <a:prstGeom prst="rect">
            <a:avLst/>
          </a:prstGeom>
        </p:spPr>
        <p:txBody>
          <a:bodyPr wrap="square">
            <a:spAutoFit/>
          </a:bodyPr>
          <a:lstStyle/>
          <a:p>
            <a:pPr lvl="0" algn="just"/>
            <a:r>
              <a:rPr lang="en-US" sz="2400" b="1" i="1" kern="1400" dirty="0" smtClean="0">
                <a:solidFill>
                  <a:srgbClr val="FF0000"/>
                </a:solidFill>
                <a:latin typeface="Calibri" panose="020F0502020204030204" pitchFamily="34" charset="0"/>
                <a:ea typeface="Times New Roman" panose="02020603050405020304" pitchFamily="18" charset="0"/>
                <a:cs typeface="Times New Roman" panose="02020603050405020304" pitchFamily="18" charset="0"/>
              </a:rPr>
              <a:t>1-Product </a:t>
            </a:r>
            <a:r>
              <a:rPr lang="en-US" sz="2400" b="1" i="1" kern="1400" dirty="0">
                <a:solidFill>
                  <a:srgbClr val="FF0000"/>
                </a:solidFill>
                <a:latin typeface="Calibri" panose="020F0502020204030204" pitchFamily="34" charset="0"/>
                <a:ea typeface="Times New Roman" panose="02020603050405020304" pitchFamily="18" charset="0"/>
                <a:cs typeface="Times New Roman" panose="02020603050405020304" pitchFamily="18" charset="0"/>
              </a:rPr>
              <a:t>Scope Description</a:t>
            </a:r>
            <a:r>
              <a:rPr lang="en-US" sz="2400" b="1" i="1" kern="1400" dirty="0">
                <a:solidFill>
                  <a:srgbClr val="FF0000"/>
                </a:solidFill>
                <a:latin typeface="Calibri Light" panose="020F0302020204030204" pitchFamily="34" charset="0"/>
                <a:ea typeface="Times New Roman" panose="02020603050405020304" pitchFamily="18" charset="0"/>
                <a:cs typeface="Times New Roman" panose="02020603050405020304" pitchFamily="18" charset="0"/>
              </a:rPr>
              <a:t>:</a:t>
            </a:r>
            <a:endParaRPr lang="en-US" sz="3200" kern="1400" spc="-50" dirty="0">
              <a:latin typeface="Calibri Light" panose="020F03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b="1" dirty="0">
                <a:solidFill>
                  <a:schemeClr val="bg1"/>
                </a:solidFill>
                <a:latin typeface="Calibri" panose="020F0502020204030204" pitchFamily="34" charset="0"/>
                <a:ea typeface="Calibri" panose="020F0502020204030204" pitchFamily="34" charset="0"/>
                <a:cs typeface="Arial" panose="020B0604020202020204" pitchFamily="34" charset="0"/>
              </a:rPr>
              <a:t>The chip is a small and thin piece that is placed in the human  </a:t>
            </a:r>
            <a:r>
              <a:rPr lang="en-US" b="1" dirty="0" smtClean="0">
                <a:solidFill>
                  <a:schemeClr val="bg1"/>
                </a:solidFill>
                <a:latin typeface="Calibri" panose="020F0502020204030204" pitchFamily="34" charset="0"/>
                <a:ea typeface="Calibri" panose="020F0502020204030204" pitchFamily="34" charset="0"/>
                <a:cs typeface="Arial" panose="020B0604020202020204" pitchFamily="34" charset="0"/>
              </a:rPr>
              <a:t>body</a:t>
            </a:r>
            <a:r>
              <a:rPr lang="en-US" b="1" dirty="0">
                <a:solidFill>
                  <a:schemeClr val="bg1"/>
                </a:solidFill>
                <a:latin typeface="Calibri" panose="020F0502020204030204" pitchFamily="34" charset="0"/>
                <a:ea typeface="Calibri" panose="020F0502020204030204" pitchFamily="34" charset="0"/>
                <a:cs typeface="Arial" panose="020B0604020202020204" pitchFamily="34" charset="0"/>
              </a:rPr>
              <a:t>, specifically in the back of the </a:t>
            </a:r>
            <a:r>
              <a:rPr lang="en-US" b="1" dirty="0" smtClean="0">
                <a:solidFill>
                  <a:schemeClr val="bg1"/>
                </a:solidFill>
                <a:latin typeface="Calibri" panose="020F0502020204030204" pitchFamily="34" charset="0"/>
                <a:ea typeface="Calibri" panose="020F0502020204030204" pitchFamily="34" charset="0"/>
                <a:cs typeface="Arial" panose="020B0604020202020204" pitchFamily="34" charset="0"/>
              </a:rPr>
              <a:t>head. This </a:t>
            </a:r>
            <a:r>
              <a:rPr lang="en-US" b="1" dirty="0">
                <a:solidFill>
                  <a:schemeClr val="bg1"/>
                </a:solidFill>
                <a:latin typeface="Calibri" panose="020F0502020204030204" pitchFamily="34" charset="0"/>
                <a:ea typeface="Calibri" panose="020F0502020204030204" pitchFamily="34" charset="0"/>
                <a:cs typeface="Arial" panose="020B0604020202020204" pitchFamily="34" charset="0"/>
              </a:rPr>
              <a:t>chip is placed by a robot that is programmed to perform this function, or by a specialized surgeon to perform this type of dangerous </a:t>
            </a:r>
            <a:r>
              <a:rPr lang="en-US" b="1" dirty="0" smtClean="0">
                <a:solidFill>
                  <a:schemeClr val="bg1"/>
                </a:solidFill>
                <a:latin typeface="Calibri" panose="020F0502020204030204" pitchFamily="34" charset="0"/>
                <a:ea typeface="Calibri" panose="020F0502020204030204" pitchFamily="34" charset="0"/>
                <a:cs typeface="Arial" panose="020B0604020202020204" pitchFamily="34" charset="0"/>
              </a:rPr>
              <a:t>operations.</a:t>
            </a:r>
          </a:p>
          <a:p>
            <a:pPr algn="just">
              <a:lnSpc>
                <a:spcPct val="115000"/>
              </a:lnSpc>
              <a:spcAft>
                <a:spcPts val="1000"/>
              </a:spcAft>
            </a:pPr>
            <a:r>
              <a:rPr lang="en-US" sz="2400" b="1" i="1" dirty="0" smtClean="0">
                <a:solidFill>
                  <a:srgbClr val="FF0000"/>
                </a:solidFill>
                <a:latin typeface="Calibri" panose="020F0502020204030204" pitchFamily="34" charset="0"/>
                <a:ea typeface="Calibri" panose="020F0502020204030204" pitchFamily="34" charset="0"/>
                <a:cs typeface="Arial" panose="020B0604020202020204" pitchFamily="34" charset="0"/>
              </a:rPr>
              <a:t>2-Product </a:t>
            </a:r>
            <a:r>
              <a:rPr lang="en-US" sz="2400" b="1" i="1" dirty="0">
                <a:solidFill>
                  <a:srgbClr val="FF0000"/>
                </a:solidFill>
                <a:latin typeface="Calibri" panose="020F0502020204030204" pitchFamily="34" charset="0"/>
                <a:ea typeface="Calibri" panose="020F0502020204030204" pitchFamily="34" charset="0"/>
                <a:cs typeface="Arial" panose="020B0604020202020204" pitchFamily="34" charset="0"/>
              </a:rPr>
              <a:t>Acceptance Criteria:</a:t>
            </a:r>
            <a:endParaRPr lang="en-US" sz="1200" dirty="0">
              <a:latin typeface="Calibri" panose="020F0502020204030204" pitchFamily="34" charset="0"/>
              <a:ea typeface="Calibri" panose="020F0502020204030204" pitchFamily="34" charset="0"/>
              <a:cs typeface="Arial" panose="020B0604020202020204" pitchFamily="34" charset="0"/>
            </a:endParaRPr>
          </a:p>
          <a:p>
            <a:pPr marL="226695" marR="0" algn="just">
              <a:lnSpc>
                <a:spcPct val="115000"/>
              </a:lnSpc>
              <a:spcBef>
                <a:spcPts val="0"/>
              </a:spcBef>
              <a:spcAft>
                <a:spcPts val="0"/>
              </a:spcAft>
            </a:pPr>
            <a:r>
              <a:rPr lang="en-US" b="1" i="1" dirty="0">
                <a:solidFill>
                  <a:srgbClr val="000000"/>
                </a:solidFill>
                <a:latin typeface="Calibri" panose="020F0502020204030204" pitchFamily="34" charset="0"/>
                <a:ea typeface="Calibri" panose="020F0502020204030204" pitchFamily="34" charset="0"/>
                <a:cs typeface="Arial" panose="020B0604020202020204" pitchFamily="34" charset="0"/>
              </a:rPr>
              <a:t>The chip must be as small and thin as possible so as not to cause damage and be easy to control, it must also have a large storage capacity so that it can store the largest amount of data and information, that the project is implemented within the specified time</a:t>
            </a:r>
            <a:endParaRPr lang="en-US" sz="1200" dirty="0">
              <a:latin typeface="Calibri" panose="020F0502020204030204" pitchFamily="34" charset="0"/>
              <a:ea typeface="Calibri" panose="020F0502020204030204" pitchFamily="34" charset="0"/>
              <a:cs typeface="Arial" panose="020B0604020202020204" pitchFamily="34" charset="0"/>
            </a:endParaRPr>
          </a:p>
          <a:p>
            <a:pPr marR="0" lvl="0">
              <a:lnSpc>
                <a:spcPct val="115000"/>
              </a:lnSpc>
              <a:spcBef>
                <a:spcPts val="0"/>
              </a:spcBef>
              <a:spcAft>
                <a:spcPts val="1000"/>
              </a:spcAft>
            </a:pPr>
            <a:r>
              <a:rPr lang="en-US" sz="2400" b="1" i="1" dirty="0" smtClean="0">
                <a:solidFill>
                  <a:srgbClr val="FF0000"/>
                </a:solidFill>
                <a:latin typeface="Calibri" panose="020F0502020204030204" pitchFamily="34" charset="0"/>
                <a:ea typeface="Calibri" panose="020F0502020204030204" pitchFamily="34" charset="0"/>
                <a:cs typeface="Arial" panose="020B0604020202020204" pitchFamily="34" charset="0"/>
              </a:rPr>
              <a:t>3-Project </a:t>
            </a:r>
            <a:r>
              <a:rPr lang="en-US" sz="2400" b="1" i="1" dirty="0">
                <a:solidFill>
                  <a:srgbClr val="FF0000"/>
                </a:solidFill>
                <a:latin typeface="Calibri" panose="020F0502020204030204" pitchFamily="34" charset="0"/>
                <a:ea typeface="Calibri" panose="020F0502020204030204" pitchFamily="34" charset="0"/>
                <a:cs typeface="Arial" panose="020B0604020202020204" pitchFamily="34" charset="0"/>
              </a:rPr>
              <a:t>Exclusions:</a:t>
            </a:r>
            <a:endParaRPr lang="en-US" sz="1200" dirty="0">
              <a:latin typeface="Calibri" panose="020F0502020204030204" pitchFamily="34" charset="0"/>
              <a:ea typeface="Calibri" panose="020F0502020204030204" pitchFamily="34" charset="0"/>
              <a:cs typeface="Arial" panose="020B0604020202020204" pitchFamily="34" charset="0"/>
            </a:endParaRPr>
          </a:p>
          <a:p>
            <a:pPr marL="228600" marR="0">
              <a:lnSpc>
                <a:spcPct val="115000"/>
              </a:lnSpc>
              <a:spcBef>
                <a:spcPts val="0"/>
              </a:spcBef>
              <a:spcAft>
                <a:spcPts val="1000"/>
              </a:spcAft>
            </a:pPr>
            <a:r>
              <a:rPr lang="en-US" b="1" i="1" dirty="0">
                <a:solidFill>
                  <a:srgbClr val="000000"/>
                </a:solidFill>
                <a:latin typeface="Calibri" panose="020F0502020204030204" pitchFamily="34" charset="0"/>
                <a:ea typeface="Calibri" panose="020F0502020204030204" pitchFamily="34" charset="0"/>
                <a:cs typeface="Arial" panose="020B0604020202020204" pitchFamily="34" charset="0"/>
              </a:rPr>
              <a:t>1- The use of a brain chip for children is not suitable to avoid some risks</a:t>
            </a:r>
            <a:endParaRPr lang="en-US" sz="1200" dirty="0">
              <a:latin typeface="Calibri" panose="020F0502020204030204" pitchFamily="34" charset="0"/>
              <a:ea typeface="Calibri" panose="020F0502020204030204" pitchFamily="34" charset="0"/>
              <a:cs typeface="Arial" panose="020B0604020202020204" pitchFamily="34" charset="0"/>
            </a:endParaRPr>
          </a:p>
          <a:p>
            <a:pPr marL="228600" marR="0">
              <a:lnSpc>
                <a:spcPct val="115000"/>
              </a:lnSpc>
              <a:spcBef>
                <a:spcPts val="0"/>
              </a:spcBef>
              <a:spcAft>
                <a:spcPts val="0"/>
              </a:spcAft>
            </a:pPr>
            <a:r>
              <a:rPr lang="en-US" b="1" i="1" dirty="0">
                <a:solidFill>
                  <a:srgbClr val="000000"/>
                </a:solidFill>
                <a:latin typeface="Calibri" panose="020F0502020204030204" pitchFamily="34" charset="0"/>
                <a:ea typeface="Calibri" panose="020F0502020204030204" pitchFamily="34" charset="0"/>
                <a:cs typeface="Arial" panose="020B0604020202020204" pitchFamily="34" charset="0"/>
              </a:rPr>
              <a:t>2- The brain chip is used according to the specific goals only, as its main goal is to provide advanced technology that helps the person in many important and difficult tasks</a:t>
            </a:r>
            <a:endParaRPr lang="en-US" sz="1200" dirty="0">
              <a:latin typeface="Calibri" panose="020F0502020204030204" pitchFamily="34" charset="0"/>
              <a:ea typeface="Calibri" panose="020F0502020204030204" pitchFamily="34" charset="0"/>
              <a:cs typeface="Arial" panose="020B0604020202020204" pitchFamily="34" charset="0"/>
            </a:endParaRPr>
          </a:p>
          <a:p>
            <a:pPr marR="0" lvl="0">
              <a:lnSpc>
                <a:spcPct val="115000"/>
              </a:lnSpc>
              <a:spcBef>
                <a:spcPts val="0"/>
              </a:spcBef>
              <a:spcAft>
                <a:spcPts val="1000"/>
              </a:spcAft>
            </a:pPr>
            <a:r>
              <a:rPr lang="en-US" sz="2400" b="1" i="1" dirty="0" smtClean="0">
                <a:solidFill>
                  <a:srgbClr val="FF0000"/>
                </a:solidFill>
                <a:latin typeface="Calibri" panose="020F0502020204030204" pitchFamily="34" charset="0"/>
                <a:ea typeface="Calibri" panose="020F0502020204030204" pitchFamily="34" charset="0"/>
                <a:cs typeface="Arial" panose="020B0604020202020204" pitchFamily="34" charset="0"/>
              </a:rPr>
              <a:t>4-Project </a:t>
            </a:r>
            <a:r>
              <a:rPr lang="en-US" sz="2400" b="1" i="1" dirty="0">
                <a:solidFill>
                  <a:srgbClr val="FF0000"/>
                </a:solidFill>
                <a:latin typeface="Calibri" panose="020F0502020204030204" pitchFamily="34" charset="0"/>
                <a:ea typeface="Calibri" panose="020F0502020204030204" pitchFamily="34" charset="0"/>
                <a:cs typeface="Arial" panose="020B0604020202020204" pitchFamily="34" charset="0"/>
              </a:rPr>
              <a:t>Deliverables:</a:t>
            </a:r>
            <a:endParaRPr lang="en-US" sz="1200" dirty="0">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b="1" dirty="0">
                <a:solidFill>
                  <a:schemeClr val="bg1"/>
                </a:solidFill>
                <a:latin typeface="Calibri" panose="020F0502020204030204" pitchFamily="34" charset="0"/>
                <a:ea typeface="Calibri" panose="020F0502020204030204" pitchFamily="34" charset="0"/>
                <a:cs typeface="Arial" panose="020B0604020202020204" pitchFamily="34" charset="0"/>
              </a:rPr>
              <a:t>1-This chip can read all of the brain's activities, as well as the chemicals, making it able to plan and predict a person's functions.</a:t>
            </a:r>
            <a:endParaRPr lang="en-US" sz="1200" dirty="0">
              <a:solidFill>
                <a:schemeClr val="bg1"/>
              </a:solidFill>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b="1" dirty="0">
                <a:solidFill>
                  <a:schemeClr val="bg1"/>
                </a:solidFill>
                <a:latin typeface="Calibri" panose="020F0502020204030204" pitchFamily="34" charset="0"/>
                <a:ea typeface="Calibri" panose="020F0502020204030204" pitchFamily="34" charset="0"/>
                <a:cs typeface="Arial" panose="020B0604020202020204" pitchFamily="34" charset="0"/>
              </a:rPr>
              <a:t>2-The area in which the slide is implanted allows treating some hearing and vision problems as well as some psychological problems, and it is possible in the future to treat many diseases related to nerves</a:t>
            </a:r>
            <a:r>
              <a:rPr lang="en-US" b="1" dirty="0" smtClean="0">
                <a:solidFill>
                  <a:schemeClr val="bg1"/>
                </a:solidFill>
                <a:latin typeface="Calibri" panose="020F0502020204030204" pitchFamily="34" charset="0"/>
                <a:ea typeface="Calibri" panose="020F0502020204030204" pitchFamily="34" charset="0"/>
                <a:cs typeface="Arial" panose="020B0604020202020204" pitchFamily="34" charset="0"/>
              </a:rPr>
              <a:t>.</a:t>
            </a:r>
            <a:endParaRPr lang="en-US" sz="1200" dirty="0">
              <a:solidFill>
                <a:schemeClr val="bg1"/>
              </a:solidFill>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0597066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39485" y="307003"/>
            <a:ext cx="10380618" cy="4003147"/>
          </a:xfrm>
          <a:prstGeom prst="rect">
            <a:avLst/>
          </a:prstGeom>
        </p:spPr>
        <p:txBody>
          <a:bodyPr wrap="square">
            <a:spAutoFit/>
          </a:bodyPr>
          <a:lstStyle/>
          <a:p>
            <a:pPr marR="0" lvl="0">
              <a:lnSpc>
                <a:spcPct val="115000"/>
              </a:lnSpc>
              <a:spcBef>
                <a:spcPts val="0"/>
              </a:spcBef>
              <a:spcAft>
                <a:spcPts val="1000"/>
              </a:spcAft>
            </a:pPr>
            <a:r>
              <a:rPr lang="en-US" sz="2400" b="1" i="1" dirty="0">
                <a:solidFill>
                  <a:srgbClr val="FF0000"/>
                </a:solidFill>
                <a:latin typeface="Calibri" panose="020F0502020204030204" pitchFamily="34" charset="0"/>
                <a:ea typeface="Calibri" panose="020F0502020204030204" pitchFamily="34" charset="0"/>
                <a:cs typeface="Arial" panose="020B0604020202020204" pitchFamily="34" charset="0"/>
              </a:rPr>
              <a:t>5-Project Constraints:</a:t>
            </a:r>
            <a:endParaRPr lang="en-US" sz="1200" dirty="0">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b="1" i="1" dirty="0">
                <a:solidFill>
                  <a:srgbClr val="0D0D0D"/>
                </a:solidFill>
                <a:latin typeface="Calibri" panose="020F0502020204030204" pitchFamily="34" charset="0"/>
                <a:ea typeface="Calibri" panose="020F0502020204030204" pitchFamily="34" charset="0"/>
                <a:cs typeface="Arial" panose="020B0604020202020204" pitchFamily="34" charset="0"/>
              </a:rPr>
              <a:t>1- Time The project must be completed within one year</a:t>
            </a:r>
            <a:endParaRPr lang="en-US" sz="1200" dirty="0">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b="1" i="1" dirty="0">
                <a:solidFill>
                  <a:srgbClr val="0D0D0D"/>
                </a:solidFill>
                <a:latin typeface="Calibri" panose="020F0502020204030204" pitchFamily="34" charset="0"/>
                <a:ea typeface="Calibri" panose="020F0502020204030204" pitchFamily="34" charset="0"/>
                <a:cs typeface="Arial" panose="020B0604020202020204" pitchFamily="34" charset="0"/>
              </a:rPr>
              <a:t>2-The cost, as the specified cost is $</a:t>
            </a:r>
            <a:r>
              <a:rPr lang="en-US" b="1" i="1" dirty="0" smtClean="0">
                <a:solidFill>
                  <a:srgbClr val="0D0D0D"/>
                </a:solidFill>
                <a:latin typeface="Calibri" panose="020F0502020204030204" pitchFamily="34" charset="0"/>
                <a:ea typeface="Calibri" panose="020F0502020204030204" pitchFamily="34" charset="0"/>
                <a:cs typeface="Arial" panose="020B0604020202020204" pitchFamily="34" charset="0"/>
              </a:rPr>
              <a:t>109.</a:t>
            </a:r>
            <a:endParaRPr lang="en-US" sz="1200" dirty="0">
              <a:latin typeface="Calibri" panose="020F0502020204030204" pitchFamily="34" charset="0"/>
              <a:ea typeface="Calibri" panose="020F0502020204030204" pitchFamily="34" charset="0"/>
              <a:cs typeface="Arial" panose="020B0604020202020204" pitchFamily="34" charset="0"/>
            </a:endParaRPr>
          </a:p>
          <a:p>
            <a:pPr>
              <a:lnSpc>
                <a:spcPct val="115000"/>
              </a:lnSpc>
              <a:spcAft>
                <a:spcPts val="1000"/>
              </a:spcAft>
            </a:pPr>
            <a:r>
              <a:rPr lang="en-US" b="1" i="1" dirty="0">
                <a:solidFill>
                  <a:srgbClr val="0D0D0D"/>
                </a:solidFill>
                <a:latin typeface="Calibri" panose="020F0502020204030204" pitchFamily="34" charset="0"/>
                <a:ea typeface="Calibri" panose="020F0502020204030204" pitchFamily="34" charset="0"/>
                <a:cs typeface="Arial" panose="020B0604020202020204" pitchFamily="34" charset="0"/>
              </a:rPr>
              <a:t>3-Scope of the project, as the project must be implemented   for several purposes, including controlling brain and neurosis cells, relieving pain and depression, as well as obtaining a large amount of information by linking the brain to the computer directly.</a:t>
            </a:r>
            <a:endParaRPr lang="en-US" sz="1200" dirty="0">
              <a:latin typeface="Calibri" panose="020F0502020204030204" pitchFamily="34" charset="0"/>
              <a:ea typeface="Calibri" panose="020F0502020204030204" pitchFamily="34" charset="0"/>
              <a:cs typeface="Arial" panose="020B0604020202020204" pitchFamily="34" charset="0"/>
            </a:endParaRPr>
          </a:p>
          <a:p>
            <a:pPr marR="0" lvl="0">
              <a:lnSpc>
                <a:spcPct val="115000"/>
              </a:lnSpc>
              <a:spcBef>
                <a:spcPts val="0"/>
              </a:spcBef>
              <a:spcAft>
                <a:spcPts val="0"/>
              </a:spcAft>
            </a:pPr>
            <a:r>
              <a:rPr lang="en-US" sz="2400" b="1" i="1" dirty="0">
                <a:solidFill>
                  <a:srgbClr val="FF0000"/>
                </a:solidFill>
                <a:latin typeface="Calibri" panose="020F0502020204030204" pitchFamily="34" charset="0"/>
                <a:ea typeface="Calibri" panose="020F0502020204030204" pitchFamily="34" charset="0"/>
                <a:cs typeface="Arial" panose="020B0604020202020204" pitchFamily="34" charset="0"/>
              </a:rPr>
              <a:t>6-Project Assumptions:</a:t>
            </a:r>
            <a:endParaRPr lang="en-US" sz="12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0"/>
              </a:spcAft>
              <a:buFont typeface="+mj-lt"/>
              <a:buAutoNum type="arabicPeriod"/>
            </a:pPr>
            <a:r>
              <a:rPr lang="en-US" b="1" i="1" dirty="0">
                <a:solidFill>
                  <a:srgbClr val="000000"/>
                </a:solidFill>
                <a:latin typeface="Calibri" panose="020F0502020204030204" pitchFamily="34" charset="0"/>
                <a:ea typeface="Calibri" panose="020F0502020204030204" pitchFamily="34" charset="0"/>
                <a:cs typeface="Arial" panose="020B0604020202020204" pitchFamily="34" charset="0"/>
              </a:rPr>
              <a:t>The Elon musk chip will make me won't use a lot of things such as a telephone or internet.</a:t>
            </a:r>
            <a:endParaRPr lang="en-US" sz="12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0"/>
              </a:spcAft>
              <a:buFont typeface="+mj-lt"/>
              <a:buAutoNum type="arabicPeriod"/>
            </a:pPr>
            <a:r>
              <a:rPr lang="en-US" b="1" i="1" dirty="0">
                <a:solidFill>
                  <a:srgbClr val="000000"/>
                </a:solidFill>
                <a:latin typeface="Calibri" panose="020F0502020204030204" pitchFamily="34" charset="0"/>
                <a:ea typeface="Calibri" panose="020F0502020204030204" pitchFamily="34" charset="0"/>
                <a:cs typeface="Arial" panose="020B0604020202020204" pitchFamily="34" charset="0"/>
              </a:rPr>
              <a:t> built link between the brain and computer by it.</a:t>
            </a:r>
            <a:endParaRPr lang="en-US" sz="1200" dirty="0">
              <a:latin typeface="Calibri" panose="020F0502020204030204" pitchFamily="34" charset="0"/>
              <a:ea typeface="Calibri" panose="020F0502020204030204" pitchFamily="34" charset="0"/>
              <a:cs typeface="Arial" panose="020B0604020202020204" pitchFamily="34" charset="0"/>
            </a:endParaRPr>
          </a:p>
          <a:p>
            <a:pPr marL="342900" marR="0" lvl="0" indent="-342900">
              <a:lnSpc>
                <a:spcPct val="115000"/>
              </a:lnSpc>
              <a:spcBef>
                <a:spcPts val="0"/>
              </a:spcBef>
              <a:spcAft>
                <a:spcPts val="1000"/>
              </a:spcAft>
              <a:buFont typeface="+mj-lt"/>
              <a:buAutoNum type="arabicPeriod"/>
            </a:pPr>
            <a:r>
              <a:rPr lang="en-US" b="1" i="1" dirty="0">
                <a:solidFill>
                  <a:srgbClr val="000000"/>
                </a:solidFill>
                <a:latin typeface="Calibri" panose="020F0502020204030204" pitchFamily="34" charset="0"/>
                <a:ea typeface="Calibri" panose="020F0502020204030204" pitchFamily="34" charset="0"/>
                <a:cs typeface="Arial" panose="020B0604020202020204" pitchFamily="34" charset="0"/>
              </a:rPr>
              <a:t> It will use the Elon musk chip in medicine to do electrical sessions</a:t>
            </a:r>
            <a:endParaRPr lang="en-US" sz="1200" dirty="0">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42527371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0" y="0"/>
            <a:ext cx="9527177" cy="6858001"/>
          </a:xfrm>
          <a:prstGeom prst="rect">
            <a:avLst/>
          </a:prstGeom>
        </p:spPr>
      </p:pic>
      <p:sp>
        <p:nvSpPr>
          <p:cNvPr id="3" name="TextBox 2"/>
          <p:cNvSpPr txBox="1"/>
          <p:nvPr/>
        </p:nvSpPr>
        <p:spPr>
          <a:xfrm>
            <a:off x="404949" y="352697"/>
            <a:ext cx="2418480" cy="830997"/>
          </a:xfrm>
          <a:prstGeom prst="rect">
            <a:avLst/>
          </a:prstGeom>
          <a:noFill/>
        </p:spPr>
        <p:txBody>
          <a:bodyPr wrap="square" rtlCol="1">
            <a:spAutoFit/>
          </a:bodyPr>
          <a:lstStyle/>
          <a:p>
            <a:r>
              <a:rPr lang="en-US" sz="4800" b="1" u="sng" dirty="0" smtClean="0">
                <a:solidFill>
                  <a:schemeClr val="bg1"/>
                </a:solidFill>
              </a:rPr>
              <a:t>WBS:</a:t>
            </a:r>
            <a:endParaRPr lang="ar-EG" sz="4800" b="1" u="sng" dirty="0">
              <a:solidFill>
                <a:schemeClr val="bg1"/>
              </a:solidFill>
            </a:endParaRPr>
          </a:p>
        </p:txBody>
      </p:sp>
    </p:spTree>
    <p:extLst>
      <p:ext uri="{BB962C8B-B14F-4D97-AF65-F5344CB8AC3E}">
        <p14:creationId xmlns:p14="http://schemas.microsoft.com/office/powerpoint/2010/main" val="14526316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38100" dist="25400" dir="5400000" algn="ctr">
                    <a:srgbClr val="6E747A">
                      <a:alpha val="43000"/>
                    </a:srgbClr>
                  </a:outerShdw>
                </a:effectLst>
              </a:rPr>
              <a:t>WBS </a:t>
            </a:r>
            <a:r>
              <a:rPr lang="en-US" b="1" dirty="0" smtClean="0">
                <a:effectLst>
                  <a:outerShdw blurRad="38100" dist="25400" dir="5400000" algn="ctr">
                    <a:srgbClr val="6E747A">
                      <a:alpha val="43000"/>
                    </a:srgbClr>
                  </a:outerShdw>
                </a:effectLst>
              </a:rPr>
              <a:t>Dictionary:</a:t>
            </a:r>
            <a:r>
              <a:rPr lang="en-US" b="1" dirty="0"/>
              <a:t/>
            </a:r>
            <a:br>
              <a:rPr lang="en-US" b="1" dirty="0"/>
            </a:br>
            <a:endParaRPr lang="ar-EG" b="1" dirty="0"/>
          </a:p>
        </p:txBody>
      </p:sp>
      <p:sp>
        <p:nvSpPr>
          <p:cNvPr id="3" name="Content Placeholder 2"/>
          <p:cNvSpPr>
            <a:spLocks noGrp="1"/>
          </p:cNvSpPr>
          <p:nvPr>
            <p:ph idx="1"/>
          </p:nvPr>
        </p:nvSpPr>
        <p:spPr>
          <a:xfrm>
            <a:off x="156754" y="2304429"/>
            <a:ext cx="9613861" cy="4409880"/>
          </a:xfrm>
        </p:spPr>
        <p:txBody>
          <a:bodyPr>
            <a:normAutofit fontScale="25000" lnSpcReduction="20000"/>
          </a:bodyPr>
          <a:lstStyle/>
          <a:p>
            <a:pPr marL="0" indent="0" algn="l">
              <a:buNone/>
            </a:pPr>
            <a:r>
              <a:rPr lang="en-US" sz="9600" b="1" dirty="0" smtClean="0">
                <a:solidFill>
                  <a:srgbClr val="FF0000"/>
                </a:solidFill>
                <a:effectLst>
                  <a:outerShdw blurRad="38100" dist="25400" dir="5400000" algn="ctr">
                    <a:srgbClr val="6E747A">
                      <a:alpha val="43000"/>
                    </a:srgbClr>
                  </a:outerShdw>
                </a:effectLst>
              </a:rPr>
              <a:t>500.2 Hardware</a:t>
            </a:r>
            <a:endParaRPr lang="en-US" dirty="0" smtClean="0">
              <a:effectLst/>
            </a:endParaRPr>
          </a:p>
          <a:p>
            <a:pPr marL="0" indent="0" algn="l">
              <a:buNone/>
            </a:pPr>
            <a:r>
              <a:rPr lang="en-US" sz="6400" b="1" u="sng" dirty="0" smtClean="0">
                <a:solidFill>
                  <a:schemeClr val="bg1"/>
                </a:solidFill>
                <a:effectLst>
                  <a:outerShdw blurRad="38100" dist="25400" dir="5400000" algn="ctr">
                    <a:srgbClr val="6E747A">
                      <a:alpha val="43000"/>
                    </a:srgbClr>
                  </a:outerShdw>
                </a:effectLst>
              </a:rPr>
              <a:t>Work package ID:500.2.1</a:t>
            </a:r>
            <a:endParaRPr lang="en-US" sz="6400" b="1" dirty="0" smtClean="0">
              <a:solidFill>
                <a:schemeClr val="bg1"/>
              </a:solidFill>
              <a:effectLst/>
            </a:endParaRPr>
          </a:p>
          <a:p>
            <a:pPr marL="0" indent="0" algn="l">
              <a:buNone/>
            </a:pPr>
            <a:r>
              <a:rPr lang="en-US" sz="6400" b="1" dirty="0" smtClean="0">
                <a:solidFill>
                  <a:schemeClr val="accent4">
                    <a:lumMod val="50000"/>
                  </a:schemeClr>
                </a:solidFill>
                <a:effectLst>
                  <a:outerShdw blurRad="38100" dist="25400" dir="5400000" algn="ctr">
                    <a:srgbClr val="6E747A">
                      <a:alpha val="43000"/>
                    </a:srgbClr>
                  </a:outerShdw>
                </a:effectLst>
              </a:rPr>
              <a:t>Work package Name</a:t>
            </a:r>
            <a:r>
              <a:rPr lang="en-US" sz="6400" b="1" dirty="0" smtClean="0">
                <a:solidFill>
                  <a:schemeClr val="bg1"/>
                </a:solidFill>
                <a:effectLst>
                  <a:outerShdw blurRad="38100" dist="25400" dir="5400000" algn="ctr">
                    <a:srgbClr val="6E747A">
                      <a:alpha val="43000"/>
                    </a:srgbClr>
                  </a:outerShdw>
                </a:effectLst>
              </a:rPr>
              <a:t>: </a:t>
            </a:r>
            <a:r>
              <a:rPr lang="en-US" sz="6400" dirty="0" smtClean="0">
                <a:solidFill>
                  <a:schemeClr val="bg1"/>
                </a:solidFill>
                <a:effectLst>
                  <a:outerShdw blurRad="38100" dist="25400" dir="5400000" algn="ctr">
                    <a:srgbClr val="6E747A">
                      <a:alpha val="43000"/>
                    </a:srgbClr>
                  </a:outerShdw>
                </a:effectLst>
              </a:rPr>
              <a:t>computer</a:t>
            </a:r>
            <a:endParaRPr lang="en-US" sz="6400" dirty="0" smtClean="0">
              <a:solidFill>
                <a:schemeClr val="bg1"/>
              </a:solidFill>
              <a:effectLst/>
            </a:endParaRPr>
          </a:p>
          <a:p>
            <a:pPr marL="0" indent="0" algn="l">
              <a:buNone/>
            </a:pPr>
            <a:r>
              <a:rPr lang="en-US" sz="6400" b="1" dirty="0" smtClean="0">
                <a:solidFill>
                  <a:schemeClr val="accent4">
                    <a:lumMod val="50000"/>
                  </a:schemeClr>
                </a:solidFill>
                <a:effectLst>
                  <a:outerShdw blurRad="38100" dist="25400" dir="5400000" algn="ctr">
                    <a:srgbClr val="6E747A">
                      <a:alpha val="43000"/>
                    </a:srgbClr>
                  </a:outerShdw>
                </a:effectLst>
              </a:rPr>
              <a:t>Description</a:t>
            </a:r>
            <a:r>
              <a:rPr lang="en-US" sz="6400" b="1" dirty="0" smtClean="0">
                <a:solidFill>
                  <a:schemeClr val="bg1"/>
                </a:solidFill>
                <a:effectLst>
                  <a:outerShdw blurRad="38100" dist="25400" dir="5400000" algn="ctr">
                    <a:srgbClr val="6E747A">
                      <a:alpha val="43000"/>
                    </a:srgbClr>
                  </a:outerShdw>
                </a:effectLst>
              </a:rPr>
              <a:t> : </a:t>
            </a:r>
            <a:r>
              <a:rPr lang="en-US" sz="6400" dirty="0" smtClean="0">
                <a:solidFill>
                  <a:schemeClr val="bg1"/>
                </a:solidFill>
                <a:effectLst>
                  <a:outerShdw blurRad="38100" dist="25400" dir="5400000" algn="ctr">
                    <a:srgbClr val="6E747A">
                      <a:alpha val="43000"/>
                    </a:srgbClr>
                  </a:outerShdw>
                </a:effectLst>
              </a:rPr>
              <a:t>Devices that we will enter the chip information into</a:t>
            </a:r>
            <a:endParaRPr lang="en-US" sz="6400" dirty="0" smtClean="0">
              <a:solidFill>
                <a:schemeClr val="bg1"/>
              </a:solidFill>
              <a:effectLst/>
            </a:endParaRPr>
          </a:p>
          <a:p>
            <a:pPr marL="0" indent="0" algn="l">
              <a:buNone/>
            </a:pPr>
            <a:r>
              <a:rPr lang="en-US" sz="6400" b="1" dirty="0" smtClean="0">
                <a:solidFill>
                  <a:schemeClr val="accent4">
                    <a:lumMod val="50000"/>
                  </a:schemeClr>
                </a:solidFill>
                <a:effectLst>
                  <a:outerShdw blurRad="38100" dist="25400" dir="5400000" algn="ctr">
                    <a:srgbClr val="6E747A">
                      <a:alpha val="43000"/>
                    </a:srgbClr>
                  </a:outerShdw>
                </a:effectLst>
              </a:rPr>
              <a:t>Person</a:t>
            </a:r>
            <a:r>
              <a:rPr lang="en-US" sz="6400" b="1" dirty="0" smtClean="0">
                <a:solidFill>
                  <a:schemeClr val="bg1"/>
                </a:solidFill>
                <a:effectLst>
                  <a:outerShdw blurRad="38100" dist="25400" dir="5400000" algn="ctr">
                    <a:srgbClr val="6E747A">
                      <a:alpha val="43000"/>
                    </a:srgbClr>
                  </a:outerShdw>
                </a:effectLst>
              </a:rPr>
              <a:t> : </a:t>
            </a:r>
            <a:r>
              <a:rPr lang="en-US" sz="6400" dirty="0" smtClean="0">
                <a:solidFill>
                  <a:schemeClr val="bg1"/>
                </a:solidFill>
                <a:effectLst>
                  <a:outerShdw blurRad="38100" dist="25400" dir="5400000" algn="ctr">
                    <a:srgbClr val="6E747A">
                      <a:alpha val="43000"/>
                    </a:srgbClr>
                  </a:outerShdw>
                </a:effectLst>
              </a:rPr>
              <a:t>team of electrification engineers</a:t>
            </a:r>
          </a:p>
          <a:p>
            <a:pPr marL="0" indent="0" algn="l">
              <a:buNone/>
            </a:pPr>
            <a:r>
              <a:rPr lang="en-US" sz="6400" b="1" dirty="0" smtClean="0">
                <a:solidFill>
                  <a:schemeClr val="accent4">
                    <a:lumMod val="50000"/>
                  </a:schemeClr>
                </a:solidFill>
                <a:effectLst>
                  <a:outerShdw blurRad="38100" dist="25400" dir="5400000" algn="ctr">
                    <a:srgbClr val="6E747A">
                      <a:alpha val="43000"/>
                    </a:srgbClr>
                  </a:outerShdw>
                </a:effectLst>
              </a:rPr>
              <a:t>Start Date</a:t>
            </a:r>
            <a:r>
              <a:rPr lang="en-US" sz="6400" dirty="0" smtClean="0">
                <a:solidFill>
                  <a:schemeClr val="bg1"/>
                </a:solidFill>
                <a:effectLst>
                  <a:outerShdw blurRad="38100" dist="25400" dir="5400000" algn="ctr">
                    <a:srgbClr val="6E747A">
                      <a:alpha val="43000"/>
                    </a:srgbClr>
                  </a:outerShdw>
                </a:effectLst>
              </a:rPr>
              <a:t>:1/1/2022</a:t>
            </a:r>
          </a:p>
          <a:p>
            <a:pPr marL="0" indent="0" algn="l">
              <a:buNone/>
            </a:pPr>
            <a:r>
              <a:rPr lang="en-US" sz="6400" b="1" dirty="0" smtClean="0">
                <a:solidFill>
                  <a:schemeClr val="accent4">
                    <a:lumMod val="50000"/>
                  </a:schemeClr>
                </a:solidFill>
                <a:effectLst>
                  <a:outerShdw blurRad="38100" dist="25400" dir="5400000" algn="ctr">
                    <a:srgbClr val="6E747A">
                      <a:alpha val="43000"/>
                    </a:srgbClr>
                  </a:outerShdw>
                </a:effectLst>
              </a:rPr>
              <a:t>End Date</a:t>
            </a:r>
            <a:r>
              <a:rPr lang="en-US" sz="6400" b="1" dirty="0" smtClean="0">
                <a:solidFill>
                  <a:schemeClr val="bg1"/>
                </a:solidFill>
                <a:effectLst>
                  <a:outerShdw blurRad="38100" dist="25400" dir="5400000" algn="ctr">
                    <a:srgbClr val="6E747A">
                      <a:alpha val="43000"/>
                    </a:srgbClr>
                  </a:outerShdw>
                </a:effectLst>
              </a:rPr>
              <a:t>:31/1/2022</a:t>
            </a:r>
            <a:endParaRPr lang="en-US" sz="6400" b="1" dirty="0" smtClean="0">
              <a:solidFill>
                <a:schemeClr val="bg1"/>
              </a:solidFill>
              <a:effectLst/>
            </a:endParaRPr>
          </a:p>
          <a:p>
            <a:pPr marL="0" indent="0" algn="l">
              <a:buNone/>
            </a:pPr>
            <a:r>
              <a:rPr lang="en-US" sz="6400" b="1" u="sng" dirty="0" smtClean="0">
                <a:solidFill>
                  <a:schemeClr val="bg1"/>
                </a:solidFill>
                <a:effectLst>
                  <a:outerShdw blurRad="38100" dist="25400" dir="5400000" algn="ctr">
                    <a:srgbClr val="6E747A">
                      <a:alpha val="43000"/>
                    </a:srgbClr>
                  </a:outerShdw>
                </a:effectLst>
              </a:rPr>
              <a:t>Work package ID:500.2.2</a:t>
            </a:r>
            <a:endParaRPr lang="en-US" sz="6400" b="1" u="sng" dirty="0" smtClean="0">
              <a:solidFill>
                <a:schemeClr val="bg1"/>
              </a:solidFill>
              <a:effectLst/>
            </a:endParaRPr>
          </a:p>
          <a:p>
            <a:pPr marL="0" indent="0" algn="l">
              <a:buNone/>
            </a:pPr>
            <a:r>
              <a:rPr lang="en-US" sz="6400" b="1" dirty="0" smtClean="0">
                <a:solidFill>
                  <a:schemeClr val="accent4">
                    <a:lumMod val="50000"/>
                  </a:schemeClr>
                </a:solidFill>
                <a:effectLst>
                  <a:outerShdw blurRad="38100" dist="25400" dir="5400000" algn="ctr">
                    <a:srgbClr val="6E747A">
                      <a:alpha val="43000"/>
                    </a:srgbClr>
                  </a:outerShdw>
                </a:effectLst>
              </a:rPr>
              <a:t>Work package </a:t>
            </a:r>
            <a:r>
              <a:rPr lang="en-US" sz="6400" dirty="0" smtClean="0">
                <a:solidFill>
                  <a:schemeClr val="bg1"/>
                </a:solidFill>
                <a:effectLst>
                  <a:outerShdw blurRad="38100" dist="25400" dir="5400000" algn="ctr">
                    <a:srgbClr val="6E747A">
                      <a:alpha val="43000"/>
                    </a:srgbClr>
                  </a:outerShdw>
                </a:effectLst>
              </a:rPr>
              <a:t>Name: chip</a:t>
            </a:r>
            <a:endParaRPr lang="en-US" sz="6400" dirty="0" smtClean="0">
              <a:solidFill>
                <a:schemeClr val="bg1"/>
              </a:solidFill>
              <a:effectLst/>
            </a:endParaRPr>
          </a:p>
          <a:p>
            <a:pPr marL="0" indent="0" algn="l">
              <a:buNone/>
            </a:pPr>
            <a:r>
              <a:rPr lang="en-US" sz="6400" b="1" dirty="0" smtClean="0">
                <a:solidFill>
                  <a:schemeClr val="accent4">
                    <a:lumMod val="50000"/>
                  </a:schemeClr>
                </a:solidFill>
                <a:effectLst>
                  <a:outerShdw blurRad="38100" dist="25400" dir="5400000" algn="ctr">
                    <a:srgbClr val="6E747A">
                      <a:alpha val="43000"/>
                    </a:srgbClr>
                  </a:outerShdw>
                </a:effectLst>
              </a:rPr>
              <a:t>Description</a:t>
            </a:r>
            <a:r>
              <a:rPr lang="en-US" sz="6400" b="1" dirty="0" smtClean="0">
                <a:solidFill>
                  <a:schemeClr val="bg1"/>
                </a:solidFill>
                <a:effectLst>
                  <a:outerShdw blurRad="38100" dist="25400" dir="5400000" algn="ctr">
                    <a:srgbClr val="6E747A">
                      <a:alpha val="43000"/>
                    </a:srgbClr>
                  </a:outerShdw>
                </a:effectLst>
              </a:rPr>
              <a:t> : </a:t>
            </a:r>
            <a:r>
              <a:rPr lang="en-US" sz="6400" dirty="0" smtClean="0">
                <a:solidFill>
                  <a:schemeClr val="bg1"/>
                </a:solidFill>
                <a:effectLst>
                  <a:outerShdw blurRad="38100" dist="25400" dir="5400000" algn="ctr">
                    <a:srgbClr val="6E747A">
                      <a:alpha val="43000"/>
                    </a:srgbClr>
                  </a:outerShdw>
                </a:effectLst>
              </a:rPr>
              <a:t>store the information and treat some diseases</a:t>
            </a:r>
            <a:endParaRPr lang="en-US" sz="6400" dirty="0" smtClean="0">
              <a:solidFill>
                <a:schemeClr val="bg1"/>
              </a:solidFill>
              <a:effectLst/>
            </a:endParaRPr>
          </a:p>
          <a:p>
            <a:pPr marL="0" indent="0" algn="l">
              <a:buNone/>
            </a:pPr>
            <a:r>
              <a:rPr lang="en-US" sz="6400" b="1" dirty="0" smtClean="0">
                <a:solidFill>
                  <a:schemeClr val="accent4">
                    <a:lumMod val="50000"/>
                  </a:schemeClr>
                </a:solidFill>
                <a:effectLst>
                  <a:outerShdw blurRad="38100" dist="25400" dir="5400000" algn="ctr">
                    <a:srgbClr val="6E747A">
                      <a:alpha val="43000"/>
                    </a:srgbClr>
                  </a:outerShdw>
                </a:effectLst>
              </a:rPr>
              <a:t>Person </a:t>
            </a:r>
            <a:r>
              <a:rPr lang="en-US" sz="6400" dirty="0" smtClean="0">
                <a:solidFill>
                  <a:schemeClr val="bg1"/>
                </a:solidFill>
                <a:effectLst>
                  <a:outerShdw blurRad="38100" dist="25400" dir="5400000" algn="ctr">
                    <a:srgbClr val="6E747A">
                      <a:alpha val="43000"/>
                    </a:srgbClr>
                  </a:outerShdw>
                </a:effectLst>
              </a:rPr>
              <a:t>: team of electrification engineers</a:t>
            </a:r>
            <a:endParaRPr lang="ar-EG" sz="6400" dirty="0" smtClean="0">
              <a:solidFill>
                <a:schemeClr val="bg1"/>
              </a:solidFill>
              <a:effectLst>
                <a:outerShdw blurRad="38100" dist="25400" dir="5400000" algn="ctr">
                  <a:srgbClr val="6E747A">
                    <a:alpha val="43000"/>
                  </a:srgbClr>
                </a:outerShdw>
              </a:effectLst>
            </a:endParaRPr>
          </a:p>
          <a:p>
            <a:pPr marL="0" indent="0" algn="l">
              <a:buNone/>
            </a:pPr>
            <a:r>
              <a:rPr lang="en-US" sz="6400" b="1" dirty="0" smtClean="0">
                <a:solidFill>
                  <a:schemeClr val="accent4">
                    <a:lumMod val="50000"/>
                  </a:schemeClr>
                </a:solidFill>
                <a:effectLst/>
              </a:rPr>
              <a:t>Start Date</a:t>
            </a:r>
            <a:r>
              <a:rPr lang="en-US" sz="6400" b="1" dirty="0" smtClean="0">
                <a:solidFill>
                  <a:schemeClr val="bg1"/>
                </a:solidFill>
                <a:effectLst/>
              </a:rPr>
              <a:t>:1/2/2022</a:t>
            </a:r>
          </a:p>
          <a:p>
            <a:pPr marL="0" indent="0" algn="l">
              <a:buNone/>
            </a:pPr>
            <a:r>
              <a:rPr lang="en-US" sz="6400" b="1" dirty="0" smtClean="0">
                <a:solidFill>
                  <a:schemeClr val="accent4">
                    <a:lumMod val="50000"/>
                  </a:schemeClr>
                </a:solidFill>
                <a:effectLst/>
              </a:rPr>
              <a:t>End Date</a:t>
            </a:r>
            <a:r>
              <a:rPr lang="en-US" sz="6400" b="1" dirty="0" smtClean="0">
                <a:solidFill>
                  <a:schemeClr val="bg1"/>
                </a:solidFill>
                <a:effectLst/>
              </a:rPr>
              <a:t>:31/3/2022</a:t>
            </a:r>
          </a:p>
        </p:txBody>
      </p:sp>
    </p:spTree>
    <p:extLst>
      <p:ext uri="{BB962C8B-B14F-4D97-AF65-F5344CB8AC3E}">
        <p14:creationId xmlns:p14="http://schemas.microsoft.com/office/powerpoint/2010/main" val="49617536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17863" y="1954848"/>
            <a:ext cx="8499566" cy="1200329"/>
          </a:xfrm>
          <a:prstGeom prst="rect">
            <a:avLst/>
          </a:prstGeom>
        </p:spPr>
        <p:txBody>
          <a:bodyPr wrap="square">
            <a:spAutoFit/>
          </a:bodyPr>
          <a:lstStyle/>
          <a:p>
            <a:r>
              <a:rPr lang="en-US" b="1" u="sng" dirty="0">
                <a:solidFill>
                  <a:schemeClr val="bg1"/>
                </a:solidFill>
                <a:effectLst>
                  <a:outerShdw blurRad="38100" dist="25400" dir="5400000" algn="ctr">
                    <a:srgbClr val="6E747A">
                      <a:alpha val="43000"/>
                    </a:srgbClr>
                  </a:outerShdw>
                </a:effectLst>
              </a:rPr>
              <a:t>Work package ID:500.2.4</a:t>
            </a:r>
            <a:endParaRPr lang="en-US" dirty="0"/>
          </a:p>
          <a:p>
            <a:r>
              <a:rPr lang="en-US" b="1" dirty="0">
                <a:solidFill>
                  <a:schemeClr val="accent4">
                    <a:lumMod val="50000"/>
                  </a:schemeClr>
                </a:solidFill>
                <a:effectLst>
                  <a:outerShdw blurRad="38100" dist="25400" dir="5400000" algn="ctr">
                    <a:srgbClr val="6E747A">
                      <a:alpha val="43000"/>
                    </a:srgbClr>
                  </a:outerShdw>
                </a:effectLst>
              </a:rPr>
              <a:t>Work package Name</a:t>
            </a:r>
            <a:r>
              <a:rPr lang="en-US" b="1" dirty="0">
                <a:solidFill>
                  <a:schemeClr val="bg1"/>
                </a:solidFill>
                <a:effectLst>
                  <a:outerShdw blurRad="38100" dist="25400" dir="5400000" algn="ctr">
                    <a:srgbClr val="6E747A">
                      <a:alpha val="43000"/>
                    </a:srgbClr>
                  </a:outerShdw>
                </a:effectLst>
              </a:rPr>
              <a:t>: </a:t>
            </a:r>
            <a:r>
              <a:rPr lang="en-US" dirty="0">
                <a:solidFill>
                  <a:schemeClr val="bg1"/>
                </a:solidFill>
                <a:effectLst>
                  <a:outerShdw blurRad="38100" dist="25400" dir="5400000" algn="ctr">
                    <a:srgbClr val="6E747A">
                      <a:alpha val="43000"/>
                    </a:srgbClr>
                  </a:outerShdw>
                </a:effectLst>
              </a:rPr>
              <a:t>3000electrode</a:t>
            </a:r>
            <a:endParaRPr lang="en-US" dirty="0">
              <a:solidFill>
                <a:schemeClr val="bg1"/>
              </a:solidFill>
            </a:endParaRPr>
          </a:p>
          <a:p>
            <a:r>
              <a:rPr lang="en-US" b="1" dirty="0">
                <a:solidFill>
                  <a:schemeClr val="accent4">
                    <a:lumMod val="50000"/>
                  </a:schemeClr>
                </a:solidFill>
                <a:effectLst>
                  <a:outerShdw blurRad="38100" dist="25400" dir="5400000" algn="ctr">
                    <a:srgbClr val="6E747A">
                      <a:alpha val="43000"/>
                    </a:srgbClr>
                  </a:outerShdw>
                </a:effectLst>
              </a:rPr>
              <a:t>Description</a:t>
            </a:r>
            <a:r>
              <a:rPr lang="en-US" b="1" dirty="0">
                <a:solidFill>
                  <a:schemeClr val="bg1"/>
                </a:solidFill>
                <a:effectLst>
                  <a:outerShdw blurRad="38100" dist="25400" dir="5400000" algn="ctr">
                    <a:srgbClr val="6E747A">
                      <a:alpha val="43000"/>
                    </a:srgbClr>
                  </a:outerShdw>
                </a:effectLst>
              </a:rPr>
              <a:t> : </a:t>
            </a:r>
            <a:r>
              <a:rPr lang="en-US" dirty="0">
                <a:solidFill>
                  <a:schemeClr val="bg1"/>
                </a:solidFill>
                <a:effectLst>
                  <a:outerShdw blurRad="38100" dist="25400" dir="5400000" algn="ctr">
                    <a:srgbClr val="6E747A">
                      <a:alpha val="43000"/>
                    </a:srgbClr>
                  </a:outerShdw>
                </a:effectLst>
              </a:rPr>
              <a:t>Connecting the human brain with the </a:t>
            </a:r>
            <a:r>
              <a:rPr lang="en-US" dirty="0" smtClean="0">
                <a:solidFill>
                  <a:schemeClr val="bg1"/>
                </a:solidFill>
                <a:effectLst>
                  <a:outerShdw blurRad="38100" dist="25400" dir="5400000" algn="ctr">
                    <a:srgbClr val="6E747A">
                      <a:alpha val="43000"/>
                    </a:srgbClr>
                  </a:outerShdw>
                </a:effectLst>
              </a:rPr>
              <a:t>chip and </a:t>
            </a:r>
            <a:r>
              <a:rPr lang="en-US" dirty="0">
                <a:solidFill>
                  <a:schemeClr val="bg1"/>
                </a:solidFill>
                <a:effectLst>
                  <a:outerShdw blurRad="38100" dist="25400" dir="5400000" algn="ctr">
                    <a:srgbClr val="6E747A">
                      <a:alpha val="43000"/>
                    </a:srgbClr>
                  </a:outerShdw>
                </a:effectLst>
              </a:rPr>
              <a:t>the computer</a:t>
            </a:r>
            <a:endParaRPr lang="en-US" dirty="0">
              <a:solidFill>
                <a:schemeClr val="bg1"/>
              </a:solidFill>
            </a:endParaRPr>
          </a:p>
          <a:p>
            <a:r>
              <a:rPr lang="en-US" b="1" dirty="0">
                <a:solidFill>
                  <a:schemeClr val="accent4">
                    <a:lumMod val="50000"/>
                  </a:schemeClr>
                </a:solidFill>
                <a:effectLst>
                  <a:outerShdw blurRad="38100" dist="25400" dir="5400000" algn="ctr">
                    <a:srgbClr val="6E747A">
                      <a:alpha val="43000"/>
                    </a:srgbClr>
                  </a:outerShdw>
                </a:effectLst>
              </a:rPr>
              <a:t>Person </a:t>
            </a:r>
            <a:r>
              <a:rPr lang="en-US" b="1" dirty="0">
                <a:solidFill>
                  <a:schemeClr val="bg1"/>
                </a:solidFill>
                <a:effectLst>
                  <a:outerShdw blurRad="38100" dist="25400" dir="5400000" algn="ctr">
                    <a:srgbClr val="6E747A">
                      <a:alpha val="43000"/>
                    </a:srgbClr>
                  </a:outerShdw>
                </a:effectLst>
              </a:rPr>
              <a:t>: </a:t>
            </a:r>
            <a:r>
              <a:rPr lang="en-US" dirty="0">
                <a:solidFill>
                  <a:schemeClr val="bg1"/>
                </a:solidFill>
                <a:effectLst>
                  <a:outerShdw blurRad="38100" dist="25400" dir="5400000" algn="ctr">
                    <a:srgbClr val="6E747A">
                      <a:alpha val="43000"/>
                    </a:srgbClr>
                  </a:outerShdw>
                </a:effectLst>
              </a:rPr>
              <a:t>team of electrification engineers</a:t>
            </a:r>
            <a:endParaRPr lang="en-US" u="sng" dirty="0">
              <a:solidFill>
                <a:schemeClr val="bg1"/>
              </a:solidFill>
            </a:endParaRPr>
          </a:p>
        </p:txBody>
      </p:sp>
      <p:sp>
        <p:nvSpPr>
          <p:cNvPr id="3" name="Rectangle 2"/>
          <p:cNvSpPr/>
          <p:nvPr/>
        </p:nvSpPr>
        <p:spPr>
          <a:xfrm>
            <a:off x="317863" y="291962"/>
            <a:ext cx="6096000" cy="1754326"/>
          </a:xfrm>
          <a:prstGeom prst="rect">
            <a:avLst/>
          </a:prstGeom>
        </p:spPr>
        <p:txBody>
          <a:bodyPr>
            <a:spAutoFit/>
          </a:bodyPr>
          <a:lstStyle/>
          <a:p>
            <a:r>
              <a:rPr lang="en-US" b="1" u="sng" dirty="0">
                <a:solidFill>
                  <a:schemeClr val="bg1"/>
                </a:solidFill>
                <a:effectLst>
                  <a:outerShdw blurRad="38100" dist="25400" dir="5400000" algn="ctr">
                    <a:srgbClr val="6E747A">
                      <a:alpha val="43000"/>
                    </a:srgbClr>
                  </a:outerShdw>
                </a:effectLst>
              </a:rPr>
              <a:t>Work package ID:500.2.3</a:t>
            </a:r>
            <a:endParaRPr lang="en-US" b="1" u="sng" dirty="0">
              <a:solidFill>
                <a:schemeClr val="bg1"/>
              </a:solidFill>
            </a:endParaRPr>
          </a:p>
          <a:p>
            <a:r>
              <a:rPr lang="en-US" b="1" dirty="0">
                <a:solidFill>
                  <a:schemeClr val="accent4">
                    <a:lumMod val="50000"/>
                  </a:schemeClr>
                </a:solidFill>
                <a:effectLst>
                  <a:outerShdw blurRad="38100" dist="25400" dir="5400000" algn="ctr">
                    <a:srgbClr val="6E747A">
                      <a:alpha val="43000"/>
                    </a:srgbClr>
                  </a:outerShdw>
                </a:effectLst>
              </a:rPr>
              <a:t>Work package Name</a:t>
            </a:r>
            <a:r>
              <a:rPr lang="en-US" b="1" dirty="0">
                <a:solidFill>
                  <a:schemeClr val="bg1"/>
                </a:solidFill>
                <a:effectLst>
                  <a:outerShdw blurRad="38100" dist="25400" dir="5400000" algn="ctr">
                    <a:srgbClr val="6E747A">
                      <a:alpha val="43000"/>
                    </a:srgbClr>
                  </a:outerShdw>
                </a:effectLst>
              </a:rPr>
              <a:t>: </a:t>
            </a:r>
            <a:r>
              <a:rPr lang="en-US" dirty="0">
                <a:solidFill>
                  <a:schemeClr val="bg1"/>
                </a:solidFill>
                <a:effectLst>
                  <a:outerShdw blurRad="38100" dist="25400" dir="5400000" algn="ctr">
                    <a:srgbClr val="6E747A">
                      <a:alpha val="43000"/>
                    </a:srgbClr>
                  </a:outerShdw>
                </a:effectLst>
              </a:rPr>
              <a:t>robot</a:t>
            </a:r>
            <a:endParaRPr lang="en-US" dirty="0">
              <a:solidFill>
                <a:schemeClr val="bg1"/>
              </a:solidFill>
            </a:endParaRPr>
          </a:p>
          <a:p>
            <a:r>
              <a:rPr lang="en-US" b="1" dirty="0">
                <a:solidFill>
                  <a:schemeClr val="accent4">
                    <a:lumMod val="50000"/>
                  </a:schemeClr>
                </a:solidFill>
                <a:effectLst>
                  <a:outerShdw blurRad="38100" dist="25400" dir="5400000" algn="ctr">
                    <a:srgbClr val="6E747A">
                      <a:alpha val="43000"/>
                    </a:srgbClr>
                  </a:outerShdw>
                </a:effectLst>
              </a:rPr>
              <a:t>Description</a:t>
            </a:r>
            <a:r>
              <a:rPr lang="en-US" b="1" dirty="0">
                <a:solidFill>
                  <a:schemeClr val="bg1"/>
                </a:solidFill>
                <a:effectLst>
                  <a:outerShdw blurRad="38100" dist="25400" dir="5400000" algn="ctr">
                    <a:srgbClr val="6E747A">
                      <a:alpha val="43000"/>
                    </a:srgbClr>
                  </a:outerShdw>
                </a:effectLst>
              </a:rPr>
              <a:t> : </a:t>
            </a:r>
            <a:r>
              <a:rPr lang="en-US" dirty="0">
                <a:solidFill>
                  <a:schemeClr val="bg1"/>
                </a:solidFill>
                <a:effectLst>
                  <a:outerShdw blurRad="38100" dist="25400" dir="5400000" algn="ctr">
                    <a:srgbClr val="6E747A">
                      <a:alpha val="43000"/>
                    </a:srgbClr>
                  </a:outerShdw>
                </a:effectLst>
              </a:rPr>
              <a:t>put the Elon in human's body</a:t>
            </a:r>
            <a:endParaRPr lang="en-US" dirty="0">
              <a:solidFill>
                <a:schemeClr val="bg1"/>
              </a:solidFill>
            </a:endParaRPr>
          </a:p>
          <a:p>
            <a:r>
              <a:rPr lang="en-US" b="1" dirty="0">
                <a:solidFill>
                  <a:schemeClr val="accent4">
                    <a:lumMod val="50000"/>
                  </a:schemeClr>
                </a:solidFill>
                <a:effectLst>
                  <a:outerShdw blurRad="38100" dist="25400" dir="5400000" algn="ctr">
                    <a:srgbClr val="6E747A">
                      <a:alpha val="43000"/>
                    </a:srgbClr>
                  </a:outerShdw>
                </a:effectLst>
              </a:rPr>
              <a:t>Person</a:t>
            </a:r>
            <a:r>
              <a:rPr lang="en-US" b="1" dirty="0">
                <a:solidFill>
                  <a:schemeClr val="bg1"/>
                </a:solidFill>
                <a:effectLst>
                  <a:outerShdw blurRad="38100" dist="25400" dir="5400000" algn="ctr">
                    <a:srgbClr val="6E747A">
                      <a:alpha val="43000"/>
                    </a:srgbClr>
                  </a:outerShdw>
                </a:effectLst>
              </a:rPr>
              <a:t> : </a:t>
            </a:r>
            <a:r>
              <a:rPr lang="en-US" dirty="0">
                <a:solidFill>
                  <a:schemeClr val="bg1"/>
                </a:solidFill>
                <a:effectLst>
                  <a:outerShdw blurRad="38100" dist="25400" dir="5400000" algn="ctr">
                    <a:srgbClr val="6E747A">
                      <a:alpha val="43000"/>
                    </a:srgbClr>
                  </a:outerShdw>
                </a:effectLst>
              </a:rPr>
              <a:t>team of electrification engineers</a:t>
            </a:r>
            <a:endParaRPr lang="ar-EG" dirty="0">
              <a:solidFill>
                <a:schemeClr val="bg1"/>
              </a:solidFill>
              <a:effectLst>
                <a:outerShdw blurRad="38100" dist="25400" dir="5400000" algn="ctr">
                  <a:srgbClr val="6E747A">
                    <a:alpha val="43000"/>
                  </a:srgbClr>
                </a:outerShdw>
              </a:effectLst>
            </a:endParaRPr>
          </a:p>
          <a:p>
            <a:r>
              <a:rPr lang="en-US" b="1" dirty="0">
                <a:solidFill>
                  <a:schemeClr val="accent4">
                    <a:lumMod val="50000"/>
                  </a:schemeClr>
                </a:solidFill>
              </a:rPr>
              <a:t>Start </a:t>
            </a:r>
            <a:r>
              <a:rPr lang="en-US" b="1" dirty="0" smtClean="0">
                <a:solidFill>
                  <a:schemeClr val="accent4">
                    <a:lumMod val="50000"/>
                  </a:schemeClr>
                </a:solidFill>
              </a:rPr>
              <a:t>Date</a:t>
            </a:r>
            <a:r>
              <a:rPr lang="en-US" b="1" dirty="0" smtClean="0">
                <a:solidFill>
                  <a:schemeClr val="bg1"/>
                </a:solidFill>
              </a:rPr>
              <a:t>:1/4/2022</a:t>
            </a:r>
            <a:endParaRPr lang="en-US" b="1" dirty="0">
              <a:solidFill>
                <a:schemeClr val="bg1"/>
              </a:solidFill>
            </a:endParaRPr>
          </a:p>
          <a:p>
            <a:r>
              <a:rPr lang="en-US" b="1" dirty="0">
                <a:solidFill>
                  <a:schemeClr val="accent4">
                    <a:lumMod val="50000"/>
                  </a:schemeClr>
                </a:solidFill>
              </a:rPr>
              <a:t>End </a:t>
            </a:r>
            <a:r>
              <a:rPr lang="en-US" b="1" dirty="0" smtClean="0">
                <a:solidFill>
                  <a:schemeClr val="accent4">
                    <a:lumMod val="50000"/>
                  </a:schemeClr>
                </a:solidFill>
              </a:rPr>
              <a:t>Date</a:t>
            </a:r>
            <a:r>
              <a:rPr lang="en-US" b="1" dirty="0" smtClean="0">
                <a:solidFill>
                  <a:schemeClr val="bg1"/>
                </a:solidFill>
              </a:rPr>
              <a:t>:30/4/2022</a:t>
            </a:r>
            <a:endParaRPr lang="en-US" b="1" dirty="0">
              <a:solidFill>
                <a:schemeClr val="bg1"/>
              </a:solidFill>
            </a:endParaRPr>
          </a:p>
        </p:txBody>
      </p:sp>
      <p:sp>
        <p:nvSpPr>
          <p:cNvPr id="4" name="Rectangle 3"/>
          <p:cNvSpPr/>
          <p:nvPr/>
        </p:nvSpPr>
        <p:spPr>
          <a:xfrm>
            <a:off x="317863" y="3155177"/>
            <a:ext cx="2358338" cy="467629"/>
          </a:xfrm>
          <a:prstGeom prst="rect">
            <a:avLst/>
          </a:prstGeom>
        </p:spPr>
        <p:txBody>
          <a:bodyPr wrap="none">
            <a:spAutoFit/>
          </a:bodyPr>
          <a:lstStyle/>
          <a:p>
            <a:pPr rtl="1">
              <a:lnSpc>
                <a:spcPct val="107000"/>
              </a:lnSpc>
              <a:spcAft>
                <a:spcPts val="800"/>
              </a:spcAft>
            </a:pPr>
            <a:r>
              <a:rPr lang="en-US" sz="2400" b="1" dirty="0">
                <a:solidFill>
                  <a:srgbClr val="FF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Software:</a:t>
            </a:r>
            <a:r>
              <a:rPr lang="ar-EG" sz="2400" b="1" dirty="0">
                <a:solidFill>
                  <a:srgbClr val="FF0000"/>
                </a:solidFill>
                <a:effectLst>
                  <a:outerShdw blurRad="38100" dist="25400" dir="5400000" algn="ctr">
                    <a:srgbClr val="6E747A">
                      <a:alpha val="43000"/>
                    </a:srgbClr>
                  </a:outerShdw>
                </a:effectLst>
                <a:latin typeface="Calibri" panose="020F0502020204030204" pitchFamily="34" charset="0"/>
                <a:ea typeface="Times New Roman" panose="02020603050405020304" pitchFamily="18" charset="0"/>
              </a:rPr>
              <a:t>500.1</a:t>
            </a:r>
            <a:endParaRPr lang="en-US" sz="2400" b="1" dirty="0">
              <a:effectLst/>
              <a:latin typeface="Calibri" panose="020F0502020204030204" pitchFamily="34" charset="0"/>
              <a:ea typeface="Times New Roman" panose="02020603050405020304" pitchFamily="18" charset="0"/>
              <a:cs typeface="Arial" panose="020B0604020202020204" pitchFamily="34" charset="0"/>
            </a:endParaRPr>
          </a:p>
        </p:txBody>
      </p:sp>
      <p:sp>
        <p:nvSpPr>
          <p:cNvPr id="5" name="Rectangle 4"/>
          <p:cNvSpPr/>
          <p:nvPr/>
        </p:nvSpPr>
        <p:spPr>
          <a:xfrm>
            <a:off x="317863" y="3155177"/>
            <a:ext cx="6096000" cy="3580660"/>
          </a:xfrm>
          <a:prstGeom prst="rect">
            <a:avLst/>
          </a:prstGeom>
        </p:spPr>
        <p:txBody>
          <a:bodyPr>
            <a:spAutoFit/>
          </a:bodyPr>
          <a:lstStyle/>
          <a:p>
            <a:pPr rtl="1">
              <a:lnSpc>
                <a:spcPct val="107000"/>
              </a:lnSpc>
              <a:spcAft>
                <a:spcPts val="800"/>
              </a:spcAft>
            </a:pPr>
            <a:r>
              <a:rPr lang="en-US"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 </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Work package Name</a:t>
            </a:r>
            <a:r>
              <a:rPr lang="en-US" sz="1600"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 : Function of data analysis</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Description</a:t>
            </a:r>
            <a:r>
              <a:rPr lang="en-US" sz="1600"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 : collects, analyzes and stores data</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Person</a:t>
            </a:r>
            <a:r>
              <a:rPr lang="en-US" sz="1600"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 : Data Analysts</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Start Date</a:t>
            </a:r>
            <a:r>
              <a:rPr lang="en-US" sz="1600"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 </a:t>
            </a:r>
            <a:r>
              <a:rPr lang="en-US" sz="1600" b="1" dirty="0" smtClean="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1/5/2022</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End </a:t>
            </a:r>
            <a:r>
              <a:rPr lang="en-US" sz="1600" b="1" dirty="0" smtClean="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date</a:t>
            </a:r>
            <a:r>
              <a:rPr lang="en-US" sz="1600" b="1" dirty="0" smtClean="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:31/5/2022</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u="sng"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Work package ID:500.1.2</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Work package Name </a:t>
            </a:r>
            <a:r>
              <a:rPr lang="en-US" sz="1600"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 Function of diseases</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Description </a:t>
            </a:r>
            <a:r>
              <a:rPr lang="en-US" sz="1600"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 Anticipating and treating abnormalities in a specific part of the </a:t>
            </a:r>
            <a:r>
              <a:rPr lang="en-US" sz="1600" b="1" dirty="0" smtClean="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body</a:t>
            </a:r>
            <a:endParaRPr lang="en-US" sz="1600" dirty="0">
              <a:latin typeface="Calibri" panose="020F0502020204030204" pitchFamily="34" charset="0"/>
              <a:ea typeface="Times New Roman" panose="02020603050405020304" pitchFamily="18" charset="0"/>
              <a:cs typeface="Arial" panose="020B0604020202020204" pitchFamily="34" charset="0"/>
            </a:endParaRPr>
          </a:p>
        </p:txBody>
      </p:sp>
    </p:spTree>
    <p:extLst>
      <p:ext uri="{BB962C8B-B14F-4D97-AF65-F5344CB8AC3E}">
        <p14:creationId xmlns:p14="http://schemas.microsoft.com/office/powerpoint/2010/main" val="58721512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3988" y="291823"/>
            <a:ext cx="6096000" cy="3267048"/>
          </a:xfrm>
          <a:prstGeom prst="rect">
            <a:avLst/>
          </a:prstGeom>
        </p:spPr>
        <p:txBody>
          <a:bodyPr>
            <a:spAutoFit/>
          </a:bodyPr>
          <a:lstStyle/>
          <a:p>
            <a:pPr rtl="1">
              <a:lnSpc>
                <a:spcPct val="107000"/>
              </a:lnSpc>
              <a:spcAft>
                <a:spcPts val="800"/>
              </a:spcAft>
            </a:pPr>
            <a:r>
              <a:rPr lang="en-US" sz="1600"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Person</a:t>
            </a:r>
            <a:r>
              <a:rPr lang="en-US" sz="1600"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 : Software engineers</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Start </a:t>
            </a:r>
            <a:r>
              <a:rPr lang="en-US" sz="1600" b="1" dirty="0" smtClean="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Date</a:t>
            </a:r>
            <a:r>
              <a:rPr lang="en-US" sz="1600" b="1" dirty="0" smtClean="0">
                <a:solidFill>
                  <a:schemeClr val="bg1"/>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:1/6/2022</a:t>
            </a:r>
            <a:endParaRPr lang="en-US" sz="1600" dirty="0">
              <a:solidFill>
                <a:schemeClr val="bg1"/>
              </a:solidFill>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End date</a:t>
            </a:r>
            <a:r>
              <a:rPr lang="en-US" sz="1600"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 </a:t>
            </a:r>
            <a:r>
              <a:rPr lang="en-US" sz="1600" b="1" dirty="0" smtClean="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31/7/2022</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u="sng"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Work package ID:500.1.3</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Work package Name : Function of store data </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Description : stores data</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Person : Data supervisor</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Start Date</a:t>
            </a:r>
            <a:r>
              <a:rPr lang="en-US" sz="1600"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 </a:t>
            </a:r>
            <a:r>
              <a:rPr lang="en-US" sz="1600" b="1" dirty="0" smtClean="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1/8/2022</a:t>
            </a:r>
            <a:endParaRPr lang="en-US" sz="1600" dirty="0">
              <a:latin typeface="Calibri" panose="020F0502020204030204" pitchFamily="34" charset="0"/>
              <a:ea typeface="Times New Roman" panose="02020603050405020304" pitchFamily="18" charset="0"/>
              <a:cs typeface="Arial" panose="020B0604020202020204" pitchFamily="34" charset="0"/>
            </a:endParaRPr>
          </a:p>
          <a:p>
            <a:r>
              <a:rPr lang="en-US" sz="1600"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rPr>
              <a:t>End date</a:t>
            </a:r>
            <a:r>
              <a:rPr lang="en-US" sz="1600"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rPr>
              <a:t>: </a:t>
            </a:r>
            <a:r>
              <a:rPr lang="en-US" sz="1600" b="1" dirty="0" smtClean="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rPr>
              <a:t>31/8/2022</a:t>
            </a:r>
            <a:endParaRPr lang="ar-EG" sz="1600" dirty="0"/>
          </a:p>
        </p:txBody>
      </p:sp>
      <p:sp>
        <p:nvSpPr>
          <p:cNvPr id="3" name="Rectangle 2"/>
          <p:cNvSpPr/>
          <p:nvPr/>
        </p:nvSpPr>
        <p:spPr>
          <a:xfrm>
            <a:off x="343988" y="3102572"/>
            <a:ext cx="6096000" cy="373757"/>
          </a:xfrm>
          <a:prstGeom prst="rect">
            <a:avLst/>
          </a:prstGeom>
        </p:spPr>
        <p:txBody>
          <a:bodyPr>
            <a:spAutoFit/>
          </a:bodyPr>
          <a:lstStyle/>
          <a:p>
            <a:pPr rtl="1">
              <a:lnSpc>
                <a:spcPct val="107000"/>
              </a:lnSpc>
              <a:spcAft>
                <a:spcPts val="800"/>
              </a:spcAft>
            </a:pPr>
            <a:r>
              <a:rPr lang="en-US" b="1" dirty="0" smtClean="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 </a:t>
            </a:r>
            <a:endParaRPr lang="en-US" sz="1600" dirty="0" smtClean="0">
              <a:solidFill>
                <a:schemeClr val="accent4">
                  <a:lumMod val="50000"/>
                </a:schemeClr>
              </a:solidFill>
              <a:latin typeface="Calibri" panose="020F0502020204030204" pitchFamily="34" charset="0"/>
              <a:ea typeface="Times New Roman" panose="02020603050405020304" pitchFamily="18" charset="0"/>
              <a:cs typeface="Arial" panose="020B0604020202020204" pitchFamily="34" charset="0"/>
            </a:endParaRPr>
          </a:p>
        </p:txBody>
      </p:sp>
      <p:sp>
        <p:nvSpPr>
          <p:cNvPr id="4" name="Rectangle 3"/>
          <p:cNvSpPr/>
          <p:nvPr/>
        </p:nvSpPr>
        <p:spPr>
          <a:xfrm>
            <a:off x="343988" y="3641412"/>
            <a:ext cx="10602686" cy="2900987"/>
          </a:xfrm>
          <a:prstGeom prst="rect">
            <a:avLst/>
          </a:prstGeom>
        </p:spPr>
        <p:txBody>
          <a:bodyPr wrap="square">
            <a:spAutoFit/>
          </a:bodyPr>
          <a:lstStyle/>
          <a:p>
            <a:pPr rtl="1">
              <a:lnSpc>
                <a:spcPct val="107000"/>
              </a:lnSpc>
              <a:spcAft>
                <a:spcPts val="800"/>
              </a:spcAft>
            </a:pPr>
            <a:r>
              <a:rPr lang="en-US" sz="1600" b="1" u="sng"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Work package ID:500.1.4</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dirty="0" smtClean="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Work package Name </a:t>
            </a:r>
            <a:r>
              <a:rPr lang="en-US" sz="1600" b="1" dirty="0" smtClean="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 Function of connect  the internet</a:t>
            </a:r>
            <a:endParaRPr lang="en-US" sz="1600" dirty="0" smtClean="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dirty="0" smtClean="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Description</a:t>
            </a:r>
            <a:r>
              <a:rPr lang="en-US" sz="1600" b="1" dirty="0" smtClean="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 </a:t>
            </a:r>
            <a:r>
              <a:rPr lang="en-US" sz="1600"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 connect chip to the Internet</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Person</a:t>
            </a:r>
            <a:r>
              <a:rPr lang="en-US" sz="1600"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 : Software engineers</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u="sng"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Work package ID:500.1.5</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Work package Name </a:t>
            </a:r>
            <a:r>
              <a:rPr lang="en-US" sz="1600"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 Function of control  feelings</a:t>
            </a:r>
            <a:endParaRPr lang="en-US" sz="1600" dirty="0">
              <a:latin typeface="Calibri" panose="020F0502020204030204" pitchFamily="34" charset="0"/>
              <a:ea typeface="Times New Roman" panose="02020603050405020304" pitchFamily="18" charset="0"/>
              <a:cs typeface="Arial" panose="020B0604020202020204" pitchFamily="34" charset="0"/>
            </a:endParaRPr>
          </a:p>
          <a:p>
            <a:pPr rtl="1">
              <a:lnSpc>
                <a:spcPct val="107000"/>
              </a:lnSpc>
              <a:spcAft>
                <a:spcPts val="800"/>
              </a:spcAft>
            </a:pPr>
            <a:r>
              <a:rPr lang="en-US" sz="1600"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Description</a:t>
            </a:r>
            <a:r>
              <a:rPr lang="en-US" sz="1600"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cs typeface="Arial" panose="020B0604020202020204" pitchFamily="34" charset="0"/>
              </a:rPr>
              <a:t> : Control feelings of sadness, pain and forgetting dreams</a:t>
            </a:r>
            <a:endParaRPr lang="en-US" sz="1600" dirty="0">
              <a:latin typeface="Calibri" panose="020F0502020204030204" pitchFamily="34" charset="0"/>
              <a:ea typeface="Times New Roman" panose="02020603050405020304" pitchFamily="18" charset="0"/>
              <a:cs typeface="Arial" panose="020B0604020202020204" pitchFamily="34" charset="0"/>
            </a:endParaRPr>
          </a:p>
          <a:p>
            <a:r>
              <a:rPr lang="en-US" sz="1600"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rPr>
              <a:t>Person</a:t>
            </a:r>
            <a:r>
              <a:rPr lang="en-US" sz="1600" b="1" dirty="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rPr>
              <a:t> : software engineers</a:t>
            </a:r>
            <a:r>
              <a:rPr lang="en-US" sz="1600" b="1" dirty="0" smtClean="0">
                <a:solidFill>
                  <a:srgbClr val="000000"/>
                </a:solidFill>
                <a:effectLst>
                  <a:outerShdw blurRad="38100" dist="25400" dir="5400000" algn="ctr">
                    <a:srgbClr val="6E747A">
                      <a:alpha val="43000"/>
                    </a:srgbClr>
                  </a:outerShdw>
                </a:effectLst>
                <a:latin typeface="Arial" panose="020B0604020202020204" pitchFamily="34" charset="0"/>
                <a:ea typeface="Times New Roman" panose="02020603050405020304" pitchFamily="18" charset="0"/>
              </a:rPr>
              <a:t>.</a:t>
            </a:r>
          </a:p>
        </p:txBody>
      </p:sp>
      <p:sp>
        <p:nvSpPr>
          <p:cNvPr id="5" name="Rectangle 4"/>
          <p:cNvSpPr/>
          <p:nvPr/>
        </p:nvSpPr>
        <p:spPr>
          <a:xfrm>
            <a:off x="7672252" y="3641412"/>
            <a:ext cx="6096000" cy="646331"/>
          </a:xfrm>
          <a:prstGeom prst="rect">
            <a:avLst/>
          </a:prstGeom>
        </p:spPr>
        <p:txBody>
          <a:bodyPr>
            <a:spAutoFit/>
          </a:bodyPr>
          <a:lstStyle/>
          <a:p>
            <a:r>
              <a:rPr lang="en-US"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rPr>
              <a:t>Start </a:t>
            </a:r>
            <a:r>
              <a:rPr lang="en-US" b="1" dirty="0" smtClean="0">
                <a:solidFill>
                  <a:schemeClr val="accent4">
                    <a:lumMod val="50000"/>
                  </a:schemeClr>
                </a:solidFill>
                <a:effectLst>
                  <a:outerShdw blurRad="38100" dist="25400" dir="5400000" algn="ctr">
                    <a:srgbClr val="6E747A">
                      <a:alpha val="43000"/>
                    </a:srgbClr>
                  </a:outerShdw>
                </a:effectLst>
                <a:latin typeface="Arial" panose="020B0604020202020204" pitchFamily="34" charset="0"/>
              </a:rPr>
              <a:t>Date</a:t>
            </a:r>
            <a:r>
              <a:rPr lang="en-US" b="1" dirty="0" smtClean="0">
                <a:solidFill>
                  <a:schemeClr val="bg1"/>
                </a:solidFill>
                <a:effectLst>
                  <a:outerShdw blurRad="38100" dist="25400" dir="5400000" algn="ctr">
                    <a:srgbClr val="6E747A">
                      <a:alpha val="43000"/>
                    </a:srgbClr>
                  </a:outerShdw>
                </a:effectLst>
                <a:latin typeface="Arial" panose="020B0604020202020204" pitchFamily="34" charset="0"/>
              </a:rPr>
              <a:t>:1/9/2022</a:t>
            </a:r>
            <a:endParaRPr lang="en-US" b="1" dirty="0">
              <a:solidFill>
                <a:schemeClr val="bg1"/>
              </a:solidFill>
              <a:effectLst>
                <a:outerShdw blurRad="38100" dist="25400" dir="5400000" algn="ctr">
                  <a:srgbClr val="6E747A">
                    <a:alpha val="43000"/>
                  </a:srgbClr>
                </a:outerShdw>
              </a:effectLst>
              <a:latin typeface="Arial" panose="020B0604020202020204" pitchFamily="34" charset="0"/>
            </a:endParaRPr>
          </a:p>
          <a:p>
            <a:r>
              <a:rPr lang="en-US"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rPr>
              <a:t>End </a:t>
            </a:r>
            <a:r>
              <a:rPr lang="en-US" b="1" dirty="0" smtClean="0">
                <a:solidFill>
                  <a:schemeClr val="accent4">
                    <a:lumMod val="50000"/>
                  </a:schemeClr>
                </a:solidFill>
                <a:effectLst>
                  <a:outerShdw blurRad="38100" dist="25400" dir="5400000" algn="ctr">
                    <a:srgbClr val="6E747A">
                      <a:alpha val="43000"/>
                    </a:srgbClr>
                  </a:outerShdw>
                </a:effectLst>
                <a:latin typeface="Arial" panose="020B0604020202020204" pitchFamily="34" charset="0"/>
              </a:rPr>
              <a:t>Date: </a:t>
            </a:r>
            <a:r>
              <a:rPr lang="en-US" b="1" dirty="0" smtClean="0">
                <a:solidFill>
                  <a:schemeClr val="bg1"/>
                </a:solidFill>
                <a:effectLst>
                  <a:outerShdw blurRad="38100" dist="25400" dir="5400000" algn="ctr">
                    <a:srgbClr val="6E747A">
                      <a:alpha val="43000"/>
                    </a:srgbClr>
                  </a:outerShdw>
                </a:effectLst>
                <a:latin typeface="Arial" panose="020B0604020202020204" pitchFamily="34" charset="0"/>
              </a:rPr>
              <a:t>31/10/2022</a:t>
            </a:r>
            <a:endParaRPr lang="ar-EG" dirty="0">
              <a:solidFill>
                <a:schemeClr val="bg1"/>
              </a:solidFill>
            </a:endParaRPr>
          </a:p>
        </p:txBody>
      </p:sp>
      <p:sp>
        <p:nvSpPr>
          <p:cNvPr id="6" name="Rectangle 5"/>
          <p:cNvSpPr/>
          <p:nvPr/>
        </p:nvSpPr>
        <p:spPr>
          <a:xfrm>
            <a:off x="7672252" y="5679218"/>
            <a:ext cx="6096000" cy="646331"/>
          </a:xfrm>
          <a:prstGeom prst="rect">
            <a:avLst/>
          </a:prstGeom>
        </p:spPr>
        <p:txBody>
          <a:bodyPr>
            <a:spAutoFit/>
          </a:bodyPr>
          <a:lstStyle/>
          <a:p>
            <a:r>
              <a:rPr lang="en-US"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rPr>
              <a:t>Start </a:t>
            </a:r>
            <a:r>
              <a:rPr lang="en-US" b="1" dirty="0" smtClean="0">
                <a:solidFill>
                  <a:schemeClr val="accent4">
                    <a:lumMod val="50000"/>
                  </a:schemeClr>
                </a:solidFill>
                <a:effectLst>
                  <a:outerShdw blurRad="38100" dist="25400" dir="5400000" algn="ctr">
                    <a:srgbClr val="6E747A">
                      <a:alpha val="43000"/>
                    </a:srgbClr>
                  </a:outerShdw>
                </a:effectLst>
                <a:latin typeface="Arial" panose="020B0604020202020204" pitchFamily="34" charset="0"/>
              </a:rPr>
              <a:t>Date</a:t>
            </a:r>
            <a:r>
              <a:rPr lang="en-US" b="1" dirty="0" smtClean="0">
                <a:solidFill>
                  <a:schemeClr val="bg1"/>
                </a:solidFill>
                <a:effectLst>
                  <a:outerShdw blurRad="38100" dist="25400" dir="5400000" algn="ctr">
                    <a:srgbClr val="6E747A">
                      <a:alpha val="43000"/>
                    </a:srgbClr>
                  </a:outerShdw>
                </a:effectLst>
                <a:latin typeface="Arial" panose="020B0604020202020204" pitchFamily="34" charset="0"/>
              </a:rPr>
              <a:t>:1/11/2022</a:t>
            </a:r>
            <a:endParaRPr lang="en-US" b="1" dirty="0">
              <a:solidFill>
                <a:schemeClr val="bg1"/>
              </a:solidFill>
              <a:effectLst>
                <a:outerShdw blurRad="38100" dist="25400" dir="5400000" algn="ctr">
                  <a:srgbClr val="6E747A">
                    <a:alpha val="43000"/>
                  </a:srgbClr>
                </a:outerShdw>
              </a:effectLst>
              <a:latin typeface="Arial" panose="020B0604020202020204" pitchFamily="34" charset="0"/>
            </a:endParaRPr>
          </a:p>
          <a:p>
            <a:r>
              <a:rPr lang="en-US" b="1" dirty="0">
                <a:solidFill>
                  <a:schemeClr val="accent4">
                    <a:lumMod val="50000"/>
                  </a:schemeClr>
                </a:solidFill>
                <a:effectLst>
                  <a:outerShdw blurRad="38100" dist="25400" dir="5400000" algn="ctr">
                    <a:srgbClr val="6E747A">
                      <a:alpha val="43000"/>
                    </a:srgbClr>
                  </a:outerShdw>
                </a:effectLst>
                <a:latin typeface="Arial" panose="020B0604020202020204" pitchFamily="34" charset="0"/>
              </a:rPr>
              <a:t>End </a:t>
            </a:r>
            <a:r>
              <a:rPr lang="en-US" b="1" dirty="0" smtClean="0">
                <a:solidFill>
                  <a:schemeClr val="accent4">
                    <a:lumMod val="50000"/>
                  </a:schemeClr>
                </a:solidFill>
                <a:effectLst>
                  <a:outerShdw blurRad="38100" dist="25400" dir="5400000" algn="ctr">
                    <a:srgbClr val="6E747A">
                      <a:alpha val="43000"/>
                    </a:srgbClr>
                  </a:outerShdw>
                </a:effectLst>
                <a:latin typeface="Arial" panose="020B0604020202020204" pitchFamily="34" charset="0"/>
              </a:rPr>
              <a:t>Date </a:t>
            </a:r>
            <a:r>
              <a:rPr lang="en-US" b="1" dirty="0" smtClean="0">
                <a:solidFill>
                  <a:schemeClr val="bg1"/>
                </a:solidFill>
                <a:effectLst>
                  <a:outerShdw blurRad="38100" dist="25400" dir="5400000" algn="ctr">
                    <a:srgbClr val="6E747A">
                      <a:alpha val="43000"/>
                    </a:srgbClr>
                  </a:outerShdw>
                </a:effectLst>
                <a:latin typeface="Arial" panose="020B0604020202020204" pitchFamily="34" charset="0"/>
              </a:rPr>
              <a:t>: 30/11/2022</a:t>
            </a:r>
            <a:endParaRPr lang="ar-EG" dirty="0">
              <a:solidFill>
                <a:schemeClr val="bg1"/>
              </a:solidFill>
            </a:endParaRPr>
          </a:p>
        </p:txBody>
      </p:sp>
    </p:spTree>
    <p:extLst>
      <p:ext uri="{BB962C8B-B14F-4D97-AF65-F5344CB8AC3E}">
        <p14:creationId xmlns:p14="http://schemas.microsoft.com/office/powerpoint/2010/main" val="319688195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effectLst>
                  <a:outerShdw blurRad="12700" dist="38100" dir="2700000" algn="tl">
                    <a:schemeClr val="accent5">
                      <a:lumMod val="60000"/>
                      <a:lumOff val="40000"/>
                    </a:schemeClr>
                  </a:outerShdw>
                </a:effectLst>
              </a:rPr>
              <a:t>Responsibilities Matrix</a:t>
            </a:r>
            <a:r>
              <a:rPr lang="en-US" b="1" dirty="0"/>
              <a:t/>
            </a:r>
            <a:br>
              <a:rPr lang="en-US" b="1" dirty="0"/>
            </a:br>
            <a:endParaRPr lang="ar-EG"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191258413"/>
              </p:ext>
            </p:extLst>
          </p:nvPr>
        </p:nvGraphicFramePr>
        <p:xfrm>
          <a:off x="602996" y="2116183"/>
          <a:ext cx="8908867" cy="4441372"/>
        </p:xfrm>
        <a:graphic>
          <a:graphicData uri="http://schemas.openxmlformats.org/drawingml/2006/table">
            <a:tbl>
              <a:tblPr firstRow="1" firstCol="1" bandRow="1">
                <a:tableStyleId>{5C22544A-7EE6-4342-B048-85BDC9FD1C3A}</a:tableStyleId>
              </a:tblPr>
              <a:tblGrid>
                <a:gridCol w="3428696">
                  <a:extLst>
                    <a:ext uri="{9D8B030D-6E8A-4147-A177-3AD203B41FA5}">
                      <a16:colId xmlns:a16="http://schemas.microsoft.com/office/drawing/2014/main" val="315968052"/>
                    </a:ext>
                  </a:extLst>
                </a:gridCol>
                <a:gridCol w="1086149">
                  <a:extLst>
                    <a:ext uri="{9D8B030D-6E8A-4147-A177-3AD203B41FA5}">
                      <a16:colId xmlns:a16="http://schemas.microsoft.com/office/drawing/2014/main" val="2903686889"/>
                    </a:ext>
                  </a:extLst>
                </a:gridCol>
                <a:gridCol w="1025130">
                  <a:extLst>
                    <a:ext uri="{9D8B030D-6E8A-4147-A177-3AD203B41FA5}">
                      <a16:colId xmlns:a16="http://schemas.microsoft.com/office/drawing/2014/main" val="3015719745"/>
                    </a:ext>
                  </a:extLst>
                </a:gridCol>
                <a:gridCol w="1159373">
                  <a:extLst>
                    <a:ext uri="{9D8B030D-6E8A-4147-A177-3AD203B41FA5}">
                      <a16:colId xmlns:a16="http://schemas.microsoft.com/office/drawing/2014/main" val="807301026"/>
                    </a:ext>
                  </a:extLst>
                </a:gridCol>
                <a:gridCol w="1073946">
                  <a:extLst>
                    <a:ext uri="{9D8B030D-6E8A-4147-A177-3AD203B41FA5}">
                      <a16:colId xmlns:a16="http://schemas.microsoft.com/office/drawing/2014/main" val="489250349"/>
                    </a:ext>
                  </a:extLst>
                </a:gridCol>
                <a:gridCol w="1135573">
                  <a:extLst>
                    <a:ext uri="{9D8B030D-6E8A-4147-A177-3AD203B41FA5}">
                      <a16:colId xmlns:a16="http://schemas.microsoft.com/office/drawing/2014/main" val="4015638529"/>
                    </a:ext>
                  </a:extLst>
                </a:gridCol>
              </a:tblGrid>
              <a:tr h="1413100">
                <a:tc>
                  <a:txBody>
                    <a:bodyPr/>
                    <a:lstStyle/>
                    <a:p>
                      <a:pPr marL="0" marR="0" algn="ctr" rtl="1">
                        <a:lnSpc>
                          <a:spcPct val="107000"/>
                        </a:lnSpc>
                        <a:spcBef>
                          <a:spcPts val="0"/>
                        </a:spcBef>
                        <a:spcAft>
                          <a:spcPts val="0"/>
                        </a:spcAft>
                      </a:pPr>
                      <a:r>
                        <a:rPr lang="en-US" sz="1800" b="1" dirty="0">
                          <a:effectLst/>
                        </a:rPr>
                        <a:t> </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dirty="0">
                          <a:effectLst/>
                        </a:rPr>
                        <a:t>Project Manager</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Tester</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rtl="1">
                        <a:lnSpc>
                          <a:spcPct val="107000"/>
                        </a:lnSpc>
                        <a:spcBef>
                          <a:spcPts val="0"/>
                        </a:spcBef>
                        <a:spcAft>
                          <a:spcPts val="0"/>
                        </a:spcAft>
                      </a:pPr>
                      <a:r>
                        <a:rPr lang="en-US" sz="1800" b="1" dirty="0">
                          <a:effectLst/>
                        </a:rPr>
                        <a:t>electrification engineer     </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Designer</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Programmer</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922693732"/>
                  </a:ext>
                </a:extLst>
              </a:tr>
              <a:tr h="556388">
                <a:tc>
                  <a:txBody>
                    <a:bodyPr/>
                    <a:lstStyle/>
                    <a:p>
                      <a:pPr marL="0" marR="0" algn="ctr" rtl="1">
                        <a:lnSpc>
                          <a:spcPct val="107000"/>
                        </a:lnSpc>
                        <a:spcBef>
                          <a:spcPts val="0"/>
                        </a:spcBef>
                        <a:spcAft>
                          <a:spcPts val="0"/>
                        </a:spcAft>
                      </a:pPr>
                      <a:r>
                        <a:rPr lang="en-US" sz="1800" b="1" dirty="0">
                          <a:effectLst/>
                        </a:rPr>
                        <a:t>Create the chip</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A</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C</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439397057"/>
                  </a:ext>
                </a:extLst>
              </a:tr>
              <a:tr h="545008">
                <a:tc>
                  <a:txBody>
                    <a:bodyPr/>
                    <a:lstStyle/>
                    <a:p>
                      <a:pPr marL="0" marR="0" algn="ctr" rtl="1">
                        <a:lnSpc>
                          <a:spcPct val="107000"/>
                        </a:lnSpc>
                        <a:spcBef>
                          <a:spcPts val="0"/>
                        </a:spcBef>
                        <a:spcAft>
                          <a:spcPts val="0"/>
                        </a:spcAft>
                      </a:pPr>
                      <a:r>
                        <a:rPr lang="en-US" sz="1800" b="1">
                          <a:effectLst/>
                        </a:rPr>
                        <a:t>Design the chip</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0">
                        <a:lnSpc>
                          <a:spcPct val="107000"/>
                        </a:lnSpc>
                        <a:spcBef>
                          <a:spcPts val="0"/>
                        </a:spcBef>
                        <a:spcAft>
                          <a:spcPts val="0"/>
                        </a:spcAft>
                      </a:pPr>
                      <a:r>
                        <a:rPr lang="en-US" sz="1800" b="1">
                          <a:effectLst/>
                        </a:rPr>
                        <a:t>       R</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P</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C</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45901722"/>
                  </a:ext>
                </a:extLst>
              </a:tr>
              <a:tr h="696625">
                <a:tc>
                  <a:txBody>
                    <a:bodyPr/>
                    <a:lstStyle/>
                    <a:p>
                      <a:pPr marL="0" marR="0" algn="ctr" rtl="1">
                        <a:lnSpc>
                          <a:spcPct val="107000"/>
                        </a:lnSpc>
                        <a:spcBef>
                          <a:spcPts val="0"/>
                        </a:spcBef>
                        <a:spcAft>
                          <a:spcPts val="0"/>
                        </a:spcAft>
                      </a:pPr>
                      <a:r>
                        <a:rPr lang="en-US" sz="1800" b="1">
                          <a:effectLst/>
                        </a:rPr>
                        <a:t>Test the chip</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P</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C</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P</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P      </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350894346"/>
                  </a:ext>
                </a:extLst>
              </a:tr>
              <a:tr h="533626">
                <a:tc>
                  <a:txBody>
                    <a:bodyPr/>
                    <a:lstStyle/>
                    <a:p>
                      <a:pPr marL="0" marR="0" algn="ctr" rtl="1">
                        <a:lnSpc>
                          <a:spcPct val="107000"/>
                        </a:lnSpc>
                        <a:spcBef>
                          <a:spcPts val="0"/>
                        </a:spcBef>
                        <a:spcAft>
                          <a:spcPts val="0"/>
                        </a:spcAft>
                      </a:pPr>
                      <a:r>
                        <a:rPr lang="en-US" sz="1800" b="1">
                          <a:effectLst/>
                        </a:rPr>
                        <a:t>Chip Coding</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A</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P</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C</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271330226"/>
                  </a:ext>
                </a:extLst>
              </a:tr>
              <a:tr h="696625">
                <a:tc>
                  <a:txBody>
                    <a:bodyPr/>
                    <a:lstStyle/>
                    <a:p>
                      <a:pPr marL="0" marR="0" algn="ctr" rtl="1">
                        <a:lnSpc>
                          <a:spcPct val="107000"/>
                        </a:lnSpc>
                        <a:spcBef>
                          <a:spcPts val="0"/>
                        </a:spcBef>
                        <a:spcAft>
                          <a:spcPts val="0"/>
                        </a:spcAft>
                      </a:pPr>
                      <a:r>
                        <a:rPr lang="en-US" sz="1800" b="1">
                          <a:effectLst/>
                        </a:rPr>
                        <a:t>Push the chip to the workstations</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A</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a:effectLst/>
                        </a:rPr>
                        <a:t> </a:t>
                      </a:r>
                      <a:endParaRPr lang="en-US" sz="18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800" b="1" dirty="0">
                          <a:effectLst/>
                        </a:rPr>
                        <a:t> </a:t>
                      </a:r>
                      <a:endParaRPr lang="en-US" sz="18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92474473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3028196019"/>
              </p:ext>
            </p:extLst>
          </p:nvPr>
        </p:nvGraphicFramePr>
        <p:xfrm>
          <a:off x="10084526" y="2326398"/>
          <a:ext cx="1881050" cy="1854200"/>
        </p:xfrm>
        <a:graphic>
          <a:graphicData uri="http://schemas.openxmlformats.org/drawingml/2006/table">
            <a:tbl>
              <a:tblPr rtl="1" firstRow="1" bandRow="1">
                <a:tableStyleId>{5C22544A-7EE6-4342-B048-85BDC9FD1C3A}</a:tableStyleId>
              </a:tblPr>
              <a:tblGrid>
                <a:gridCol w="940525">
                  <a:extLst>
                    <a:ext uri="{9D8B030D-6E8A-4147-A177-3AD203B41FA5}">
                      <a16:colId xmlns:a16="http://schemas.microsoft.com/office/drawing/2014/main" val="2126443257"/>
                    </a:ext>
                  </a:extLst>
                </a:gridCol>
                <a:gridCol w="940525">
                  <a:extLst>
                    <a:ext uri="{9D8B030D-6E8A-4147-A177-3AD203B41FA5}">
                      <a16:colId xmlns:a16="http://schemas.microsoft.com/office/drawing/2014/main" val="179932438"/>
                    </a:ext>
                  </a:extLst>
                </a:gridCol>
              </a:tblGrid>
              <a:tr h="370840">
                <a:tc>
                  <a:txBody>
                    <a:bodyPr/>
                    <a:lstStyle/>
                    <a:p>
                      <a:pPr algn="ctr" rtl="1"/>
                      <a:endParaRPr lang="ar-EG" sz="1100" b="1" dirty="0"/>
                    </a:p>
                  </a:txBody>
                  <a:tcPr/>
                </a:tc>
                <a:tc>
                  <a:txBody>
                    <a:bodyPr/>
                    <a:lstStyle/>
                    <a:p>
                      <a:pPr algn="ctr" rtl="1"/>
                      <a:endParaRPr lang="ar-EG" sz="1100" b="1" dirty="0"/>
                    </a:p>
                  </a:txBody>
                  <a:tcPr/>
                </a:tc>
                <a:extLst>
                  <a:ext uri="{0D108BD9-81ED-4DB2-BD59-A6C34878D82A}">
                    <a16:rowId xmlns:a16="http://schemas.microsoft.com/office/drawing/2014/main" val="1087813795"/>
                  </a:ext>
                </a:extLst>
              </a:tr>
              <a:tr h="370840">
                <a:tc>
                  <a:txBody>
                    <a:bodyPr/>
                    <a:lstStyle/>
                    <a:p>
                      <a:pPr algn="ctr" rtl="1"/>
                      <a:r>
                        <a:rPr lang="en-US" sz="1100" b="1" dirty="0" smtClean="0"/>
                        <a:t>A    </a:t>
                      </a:r>
                      <a:endParaRPr lang="ar-EG" sz="1100" b="1" dirty="0"/>
                    </a:p>
                  </a:txBody>
                  <a:tcPr/>
                </a:tc>
                <a:tc>
                  <a:txBody>
                    <a:bodyPr/>
                    <a:lstStyle/>
                    <a:p>
                      <a:pPr algn="ctr" rtl="1"/>
                      <a:r>
                        <a:rPr lang="en-US" sz="1100" b="1" dirty="0" smtClean="0"/>
                        <a:t>Approve</a:t>
                      </a:r>
                      <a:endParaRPr lang="ar-EG" sz="1100" b="1" dirty="0"/>
                    </a:p>
                  </a:txBody>
                  <a:tcPr/>
                </a:tc>
                <a:extLst>
                  <a:ext uri="{0D108BD9-81ED-4DB2-BD59-A6C34878D82A}">
                    <a16:rowId xmlns:a16="http://schemas.microsoft.com/office/drawing/2014/main" val="1799168832"/>
                  </a:ext>
                </a:extLst>
              </a:tr>
              <a:tr h="370840">
                <a:tc>
                  <a:txBody>
                    <a:bodyPr/>
                    <a:lstStyle/>
                    <a:p>
                      <a:pPr algn="ctr" rtl="1"/>
                      <a:r>
                        <a:rPr lang="en-US" sz="1100" b="1" dirty="0" smtClean="0"/>
                        <a:t>  P   </a:t>
                      </a:r>
                      <a:endParaRPr lang="ar-EG" sz="1100" b="1" dirty="0"/>
                    </a:p>
                  </a:txBody>
                  <a:tcPr/>
                </a:tc>
                <a:tc>
                  <a:txBody>
                    <a:bodyPr/>
                    <a:lstStyle/>
                    <a:p>
                      <a:pPr algn="ctr" rtl="1"/>
                      <a:r>
                        <a:rPr lang="en-US" sz="1100" b="1" dirty="0" smtClean="0"/>
                        <a:t>Participate</a:t>
                      </a:r>
                      <a:endParaRPr lang="ar-EG" sz="1100" b="1" dirty="0"/>
                    </a:p>
                  </a:txBody>
                  <a:tcPr/>
                </a:tc>
                <a:extLst>
                  <a:ext uri="{0D108BD9-81ED-4DB2-BD59-A6C34878D82A}">
                    <a16:rowId xmlns:a16="http://schemas.microsoft.com/office/drawing/2014/main" val="1694734080"/>
                  </a:ext>
                </a:extLst>
              </a:tr>
              <a:tr h="370840">
                <a:tc>
                  <a:txBody>
                    <a:bodyPr/>
                    <a:lstStyle/>
                    <a:p>
                      <a:pPr algn="ctr" rtl="1"/>
                      <a:r>
                        <a:rPr lang="en-US" sz="1100" b="1" dirty="0" smtClean="0"/>
                        <a:t>C   </a:t>
                      </a:r>
                      <a:endParaRPr lang="ar-EG" sz="1100" b="1" dirty="0"/>
                    </a:p>
                  </a:txBody>
                  <a:tcPr/>
                </a:tc>
                <a:tc>
                  <a:txBody>
                    <a:bodyPr/>
                    <a:lstStyle/>
                    <a:p>
                      <a:pPr algn="ctr" rtl="1"/>
                      <a:r>
                        <a:rPr lang="en-US" sz="1100" b="1" dirty="0" smtClean="0"/>
                        <a:t>Create</a:t>
                      </a:r>
                      <a:endParaRPr lang="ar-EG" sz="1100" b="1" dirty="0"/>
                    </a:p>
                  </a:txBody>
                  <a:tcPr/>
                </a:tc>
                <a:extLst>
                  <a:ext uri="{0D108BD9-81ED-4DB2-BD59-A6C34878D82A}">
                    <a16:rowId xmlns:a16="http://schemas.microsoft.com/office/drawing/2014/main" val="444337863"/>
                  </a:ext>
                </a:extLst>
              </a:tr>
              <a:tr h="370840">
                <a:tc>
                  <a:txBody>
                    <a:bodyPr/>
                    <a:lstStyle/>
                    <a:p>
                      <a:pPr algn="ctr" rtl="1"/>
                      <a:r>
                        <a:rPr lang="en-US" sz="1100" b="1" dirty="0" smtClean="0"/>
                        <a:t>R</a:t>
                      </a:r>
                      <a:r>
                        <a:rPr lang="en-US" sz="1100" b="1" baseline="0" dirty="0" smtClean="0"/>
                        <a:t> </a:t>
                      </a:r>
                      <a:r>
                        <a:rPr lang="en-US" sz="1100" b="1" dirty="0" smtClean="0"/>
                        <a:t>  </a:t>
                      </a:r>
                      <a:endParaRPr lang="ar-EG" sz="1100" b="1" dirty="0"/>
                    </a:p>
                  </a:txBody>
                  <a:tcPr/>
                </a:tc>
                <a:tc>
                  <a:txBody>
                    <a:bodyPr/>
                    <a:lstStyle/>
                    <a:p>
                      <a:pPr algn="ctr" rtl="1"/>
                      <a:r>
                        <a:rPr lang="en-US" sz="1100" b="1" dirty="0" smtClean="0"/>
                        <a:t>Review</a:t>
                      </a:r>
                      <a:endParaRPr lang="ar-EG" sz="1100" b="1" dirty="0"/>
                    </a:p>
                  </a:txBody>
                  <a:tcPr/>
                </a:tc>
                <a:extLst>
                  <a:ext uri="{0D108BD9-81ED-4DB2-BD59-A6C34878D82A}">
                    <a16:rowId xmlns:a16="http://schemas.microsoft.com/office/drawing/2014/main" val="2512530794"/>
                  </a:ext>
                </a:extLst>
              </a:tr>
            </a:tbl>
          </a:graphicData>
        </a:graphic>
      </p:graphicFrame>
    </p:spTree>
    <p:extLst>
      <p:ext uri="{BB962C8B-B14F-4D97-AF65-F5344CB8AC3E}">
        <p14:creationId xmlns:p14="http://schemas.microsoft.com/office/powerpoint/2010/main" val="5205739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Network</a:t>
            </a:r>
            <a:endParaRPr lang="ar-EG"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577062136"/>
              </p:ext>
            </p:extLst>
          </p:nvPr>
        </p:nvGraphicFramePr>
        <p:xfrm>
          <a:off x="968262" y="3853565"/>
          <a:ext cx="1623060" cy="1232810"/>
        </p:xfrm>
        <a:graphic>
          <a:graphicData uri="http://schemas.openxmlformats.org/drawingml/2006/table">
            <a:tbl>
              <a:tblPr rtl="1" firstRow="1" firstCol="1" bandRow="1">
                <a:tableStyleId>{69CF1AB2-1976-4502-BF36-3FF5EA218861}</a:tableStyleId>
              </a:tblPr>
              <a:tblGrid>
                <a:gridCol w="310515">
                  <a:extLst>
                    <a:ext uri="{9D8B030D-6E8A-4147-A177-3AD203B41FA5}">
                      <a16:colId xmlns:a16="http://schemas.microsoft.com/office/drawing/2014/main" val="2134999000"/>
                    </a:ext>
                  </a:extLst>
                </a:gridCol>
                <a:gridCol w="999036">
                  <a:extLst>
                    <a:ext uri="{9D8B030D-6E8A-4147-A177-3AD203B41FA5}">
                      <a16:colId xmlns:a16="http://schemas.microsoft.com/office/drawing/2014/main" val="3540216883"/>
                    </a:ext>
                  </a:extLst>
                </a:gridCol>
                <a:gridCol w="313509">
                  <a:extLst>
                    <a:ext uri="{9D8B030D-6E8A-4147-A177-3AD203B41FA5}">
                      <a16:colId xmlns:a16="http://schemas.microsoft.com/office/drawing/2014/main" val="1708683633"/>
                    </a:ext>
                  </a:extLst>
                </a:gridCol>
              </a:tblGrid>
              <a:tr h="403780">
                <a:tc>
                  <a:txBody>
                    <a:bodyPr/>
                    <a:lstStyle/>
                    <a:p>
                      <a:pPr marL="0" marR="0" algn="r" rtl="1">
                        <a:lnSpc>
                          <a:spcPct val="107000"/>
                        </a:lnSpc>
                        <a:spcBef>
                          <a:spcPts val="0"/>
                        </a:spcBef>
                        <a:spcAft>
                          <a:spcPts val="0"/>
                        </a:spcAft>
                      </a:pPr>
                      <a:r>
                        <a:rPr lang="en-US" sz="1100">
                          <a:effectLst/>
                        </a:rPr>
                        <a:t>1   </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en-US" sz="1100" dirty="0">
                          <a:effectLst/>
                        </a:rPr>
                        <a:t>A           </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0">
                        <a:lnSpc>
                          <a:spcPct val="107000"/>
                        </a:lnSpc>
                        <a:spcBef>
                          <a:spcPts val="0"/>
                        </a:spcBef>
                        <a:spcAft>
                          <a:spcPts val="0"/>
                        </a:spcAft>
                      </a:pPr>
                      <a:r>
                        <a:rPr lang="en-US" sz="1100">
                          <a:effectLst/>
                        </a:rPr>
                        <a:t>0</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114748311"/>
                  </a:ext>
                </a:extLst>
              </a:tr>
              <a:tr h="402610">
                <a:tc>
                  <a:txBody>
                    <a:bodyPr/>
                    <a:lstStyle/>
                    <a:p>
                      <a:pPr marL="0" marR="0" algn="r" rtl="1">
                        <a:lnSpc>
                          <a:spcPct val="107000"/>
                        </a:lnSpc>
                        <a:spcBef>
                          <a:spcPts val="0"/>
                        </a:spcBef>
                        <a:spcAft>
                          <a:spcPts val="0"/>
                        </a:spcAft>
                      </a:pPr>
                      <a:r>
                        <a:rPr lang="ar-EG" sz="1100">
                          <a:effectLst/>
                        </a:rPr>
                        <a:t>0</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100" dirty="0">
                          <a:effectLst/>
                        </a:rPr>
                        <a:t>Define Requirements</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ar-EG" sz="1100" dirty="0">
                          <a:effectLst/>
                        </a:rPr>
                        <a:t>0</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663545673"/>
                  </a:ext>
                </a:extLst>
              </a:tr>
              <a:tr h="290867">
                <a:tc>
                  <a:txBody>
                    <a:bodyPr/>
                    <a:lstStyle/>
                    <a:p>
                      <a:pPr marL="0" marR="0" algn="r" rtl="1">
                        <a:lnSpc>
                          <a:spcPct val="107000"/>
                        </a:lnSpc>
                        <a:spcBef>
                          <a:spcPts val="0"/>
                        </a:spcBef>
                        <a:spcAft>
                          <a:spcPts val="0"/>
                        </a:spcAft>
                      </a:pPr>
                      <a:r>
                        <a:rPr lang="ar-EG" sz="1100">
                          <a:effectLst/>
                        </a:rPr>
                        <a:t>1</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0">
                        <a:lnSpc>
                          <a:spcPct val="107000"/>
                        </a:lnSpc>
                        <a:spcBef>
                          <a:spcPts val="0"/>
                        </a:spcBef>
                        <a:spcAft>
                          <a:spcPts val="0"/>
                        </a:spcAft>
                      </a:pPr>
                      <a:r>
                        <a:rPr lang="en-US" sz="1100">
                          <a:effectLst/>
                        </a:rPr>
                        <a:t>1                  </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ar-EG" sz="1100" dirty="0">
                          <a:effectLst/>
                        </a:rPr>
                        <a:t>0</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228316454"/>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2131247938"/>
              </p:ext>
            </p:extLst>
          </p:nvPr>
        </p:nvGraphicFramePr>
        <p:xfrm>
          <a:off x="3838894" y="2466920"/>
          <a:ext cx="1393190" cy="1237658"/>
        </p:xfrm>
        <a:graphic>
          <a:graphicData uri="http://schemas.openxmlformats.org/drawingml/2006/table">
            <a:tbl>
              <a:tblPr rtl="1" firstRow="1" firstCol="1" bandRow="1">
                <a:tableStyleId>{69CF1AB2-1976-4502-BF36-3FF5EA218861}</a:tableStyleId>
              </a:tblPr>
              <a:tblGrid>
                <a:gridCol w="316230">
                  <a:extLst>
                    <a:ext uri="{9D8B030D-6E8A-4147-A177-3AD203B41FA5}">
                      <a16:colId xmlns:a16="http://schemas.microsoft.com/office/drawing/2014/main" val="2715041254"/>
                    </a:ext>
                  </a:extLst>
                </a:gridCol>
                <a:gridCol w="760730">
                  <a:extLst>
                    <a:ext uri="{9D8B030D-6E8A-4147-A177-3AD203B41FA5}">
                      <a16:colId xmlns:a16="http://schemas.microsoft.com/office/drawing/2014/main" val="2414516093"/>
                    </a:ext>
                  </a:extLst>
                </a:gridCol>
                <a:gridCol w="316230">
                  <a:extLst>
                    <a:ext uri="{9D8B030D-6E8A-4147-A177-3AD203B41FA5}">
                      <a16:colId xmlns:a16="http://schemas.microsoft.com/office/drawing/2014/main" val="1093836843"/>
                    </a:ext>
                  </a:extLst>
                </a:gridCol>
              </a:tblGrid>
              <a:tr h="407429">
                <a:tc>
                  <a:txBody>
                    <a:bodyPr/>
                    <a:lstStyle/>
                    <a:p>
                      <a:pPr marL="0" marR="0" algn="r" rtl="1">
                        <a:lnSpc>
                          <a:spcPct val="107000"/>
                        </a:lnSpc>
                        <a:spcBef>
                          <a:spcPts val="0"/>
                        </a:spcBef>
                        <a:spcAft>
                          <a:spcPts val="0"/>
                        </a:spcAft>
                      </a:pPr>
                      <a:r>
                        <a:rPr lang="en-US" sz="1100">
                          <a:effectLst/>
                        </a:rPr>
                        <a:t>4 </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ar-EG" sz="1100" dirty="0">
                          <a:effectLst/>
                        </a:rPr>
                        <a:t>   </a:t>
                      </a:r>
                      <a:r>
                        <a:rPr lang="en-US" sz="1100" dirty="0">
                          <a:effectLst/>
                        </a:rPr>
                        <a:t>B  </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0">
                        <a:lnSpc>
                          <a:spcPct val="107000"/>
                        </a:lnSpc>
                        <a:spcBef>
                          <a:spcPts val="0"/>
                        </a:spcBef>
                        <a:spcAft>
                          <a:spcPts val="0"/>
                        </a:spcAft>
                      </a:pPr>
                      <a:r>
                        <a:rPr lang="en-US" sz="1100">
                          <a:effectLst/>
                        </a:rPr>
                        <a:t>1</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247064636"/>
                  </a:ext>
                </a:extLst>
              </a:tr>
              <a:tr h="448010">
                <a:tc>
                  <a:txBody>
                    <a:bodyPr/>
                    <a:lstStyle/>
                    <a:p>
                      <a:pPr marL="0" marR="0" algn="r" rtl="1">
                        <a:lnSpc>
                          <a:spcPct val="107000"/>
                        </a:lnSpc>
                        <a:spcBef>
                          <a:spcPts val="0"/>
                        </a:spcBef>
                        <a:spcAft>
                          <a:spcPts val="0"/>
                        </a:spcAft>
                      </a:pPr>
                      <a:r>
                        <a:rPr lang="ar-EG" sz="1100">
                          <a:effectLst/>
                        </a:rPr>
                        <a:t>1</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100" dirty="0">
                          <a:effectLst/>
                        </a:rPr>
                        <a:t>Design Hardware</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ar-EG" sz="1100">
                          <a:effectLst/>
                        </a:rPr>
                        <a:t>1</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434020187"/>
                  </a:ext>
                </a:extLst>
              </a:tr>
              <a:tr h="382219">
                <a:tc>
                  <a:txBody>
                    <a:bodyPr/>
                    <a:lstStyle/>
                    <a:p>
                      <a:pPr marL="0" marR="0" algn="r" rtl="1">
                        <a:lnSpc>
                          <a:spcPct val="107000"/>
                        </a:lnSpc>
                        <a:spcBef>
                          <a:spcPts val="0"/>
                        </a:spcBef>
                        <a:spcAft>
                          <a:spcPts val="0"/>
                        </a:spcAft>
                      </a:pPr>
                      <a:r>
                        <a:rPr lang="ar-EG" sz="1100">
                          <a:effectLst/>
                        </a:rPr>
                        <a:t>5</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0">
                        <a:lnSpc>
                          <a:spcPct val="107000"/>
                        </a:lnSpc>
                        <a:spcBef>
                          <a:spcPts val="0"/>
                        </a:spcBef>
                        <a:spcAft>
                          <a:spcPts val="0"/>
                        </a:spcAft>
                      </a:pPr>
                      <a:r>
                        <a:rPr lang="en-US" sz="1100">
                          <a:effectLst/>
                        </a:rPr>
                        <a:t>3        </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ar-EG" sz="1100" dirty="0">
                          <a:effectLst/>
                        </a:rPr>
                        <a:t>2</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63693865"/>
                  </a:ext>
                </a:extLst>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627677307"/>
              </p:ext>
            </p:extLst>
          </p:nvPr>
        </p:nvGraphicFramePr>
        <p:xfrm>
          <a:off x="3826510" y="5284102"/>
          <a:ext cx="1393191" cy="1090572"/>
        </p:xfrm>
        <a:graphic>
          <a:graphicData uri="http://schemas.openxmlformats.org/drawingml/2006/table">
            <a:tbl>
              <a:tblPr rtl="1" firstRow="1" firstCol="1" bandRow="1">
                <a:tableStyleId>{69CF1AB2-1976-4502-BF36-3FF5EA218861}</a:tableStyleId>
              </a:tblPr>
              <a:tblGrid>
                <a:gridCol w="353705">
                  <a:extLst>
                    <a:ext uri="{9D8B030D-6E8A-4147-A177-3AD203B41FA5}">
                      <a16:colId xmlns:a16="http://schemas.microsoft.com/office/drawing/2014/main" val="1628188090"/>
                    </a:ext>
                  </a:extLst>
                </a:gridCol>
                <a:gridCol w="718861">
                  <a:extLst>
                    <a:ext uri="{9D8B030D-6E8A-4147-A177-3AD203B41FA5}">
                      <a16:colId xmlns:a16="http://schemas.microsoft.com/office/drawing/2014/main" val="716198645"/>
                    </a:ext>
                  </a:extLst>
                </a:gridCol>
                <a:gridCol w="320625">
                  <a:extLst>
                    <a:ext uri="{9D8B030D-6E8A-4147-A177-3AD203B41FA5}">
                      <a16:colId xmlns:a16="http://schemas.microsoft.com/office/drawing/2014/main" val="1834582745"/>
                    </a:ext>
                  </a:extLst>
                </a:gridCol>
              </a:tblGrid>
              <a:tr h="346886">
                <a:tc>
                  <a:txBody>
                    <a:bodyPr/>
                    <a:lstStyle/>
                    <a:p>
                      <a:pPr marL="0" marR="0" algn="r" rtl="1">
                        <a:lnSpc>
                          <a:spcPct val="107000"/>
                        </a:lnSpc>
                        <a:spcBef>
                          <a:spcPts val="0"/>
                        </a:spcBef>
                        <a:spcAft>
                          <a:spcPts val="0"/>
                        </a:spcAft>
                      </a:pPr>
                      <a:r>
                        <a:rPr lang="ar-EG" sz="1100" dirty="0">
                          <a:effectLst/>
                        </a:rPr>
                        <a:t>5</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en-US" sz="1100" dirty="0">
                          <a:effectLst/>
                        </a:rPr>
                        <a:t>D       </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ar-EG" sz="1100">
                          <a:effectLst/>
                        </a:rPr>
                        <a:t>1</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858697270"/>
                  </a:ext>
                </a:extLst>
              </a:tr>
              <a:tr h="417249">
                <a:tc>
                  <a:txBody>
                    <a:bodyPr/>
                    <a:lstStyle/>
                    <a:p>
                      <a:pPr marL="0" marR="0" algn="r" rtl="1">
                        <a:lnSpc>
                          <a:spcPct val="107000"/>
                        </a:lnSpc>
                        <a:spcBef>
                          <a:spcPts val="0"/>
                        </a:spcBef>
                        <a:spcAft>
                          <a:spcPts val="0"/>
                        </a:spcAft>
                      </a:pPr>
                      <a:r>
                        <a:rPr lang="ar-EG" sz="1100">
                          <a:effectLst/>
                        </a:rPr>
                        <a:t>0</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100" dirty="0">
                          <a:effectLst/>
                        </a:rPr>
                        <a:t>Code Software</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ar-EG" sz="1100">
                          <a:effectLst/>
                        </a:rPr>
                        <a:t>0</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246712817"/>
                  </a:ext>
                </a:extLst>
              </a:tr>
              <a:tr h="326437">
                <a:tc>
                  <a:txBody>
                    <a:bodyPr/>
                    <a:lstStyle/>
                    <a:p>
                      <a:pPr marL="0" marR="0" algn="r" rtl="1">
                        <a:lnSpc>
                          <a:spcPct val="107000"/>
                        </a:lnSpc>
                        <a:spcBef>
                          <a:spcPts val="0"/>
                        </a:spcBef>
                        <a:spcAft>
                          <a:spcPts val="0"/>
                        </a:spcAft>
                      </a:pPr>
                      <a:r>
                        <a:rPr lang="ar-EG" sz="1100">
                          <a:effectLst/>
                        </a:rPr>
                        <a:t>5</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0">
                        <a:lnSpc>
                          <a:spcPct val="107000"/>
                        </a:lnSpc>
                        <a:spcBef>
                          <a:spcPts val="0"/>
                        </a:spcBef>
                        <a:spcAft>
                          <a:spcPts val="0"/>
                        </a:spcAft>
                      </a:pPr>
                      <a:r>
                        <a:rPr lang="en-US" sz="1100" dirty="0">
                          <a:effectLst/>
                        </a:rPr>
                        <a:t>       </a:t>
                      </a:r>
                      <a:r>
                        <a:rPr lang="ar-EG" sz="1100" dirty="0">
                          <a:effectLst/>
                        </a:rPr>
                        <a:t>4   </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ar-EG" sz="1100" dirty="0">
                          <a:effectLst/>
                        </a:rPr>
                        <a:t>1</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730119061"/>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1372346853"/>
              </p:ext>
            </p:extLst>
          </p:nvPr>
        </p:nvGraphicFramePr>
        <p:xfrm>
          <a:off x="6467202" y="5284103"/>
          <a:ext cx="1344295" cy="1090570"/>
        </p:xfrm>
        <a:graphic>
          <a:graphicData uri="http://schemas.openxmlformats.org/drawingml/2006/table">
            <a:tbl>
              <a:tblPr rtl="1" firstRow="1" firstCol="1" bandRow="1">
                <a:tableStyleId>{69CF1AB2-1976-4502-BF36-3FF5EA218861}</a:tableStyleId>
              </a:tblPr>
              <a:tblGrid>
                <a:gridCol w="320040">
                  <a:extLst>
                    <a:ext uri="{9D8B030D-6E8A-4147-A177-3AD203B41FA5}">
                      <a16:colId xmlns:a16="http://schemas.microsoft.com/office/drawing/2014/main" val="495529786"/>
                    </a:ext>
                  </a:extLst>
                </a:gridCol>
                <a:gridCol w="704215">
                  <a:extLst>
                    <a:ext uri="{9D8B030D-6E8A-4147-A177-3AD203B41FA5}">
                      <a16:colId xmlns:a16="http://schemas.microsoft.com/office/drawing/2014/main" val="4103268663"/>
                    </a:ext>
                  </a:extLst>
                </a:gridCol>
                <a:gridCol w="320040">
                  <a:extLst>
                    <a:ext uri="{9D8B030D-6E8A-4147-A177-3AD203B41FA5}">
                      <a16:colId xmlns:a16="http://schemas.microsoft.com/office/drawing/2014/main" val="3078475777"/>
                    </a:ext>
                  </a:extLst>
                </a:gridCol>
              </a:tblGrid>
              <a:tr h="395833">
                <a:tc>
                  <a:txBody>
                    <a:bodyPr/>
                    <a:lstStyle/>
                    <a:p>
                      <a:pPr marL="0" marR="0" algn="r" rtl="1">
                        <a:lnSpc>
                          <a:spcPct val="107000"/>
                        </a:lnSpc>
                        <a:spcBef>
                          <a:spcPts val="0"/>
                        </a:spcBef>
                        <a:spcAft>
                          <a:spcPts val="0"/>
                        </a:spcAft>
                      </a:pPr>
                      <a:r>
                        <a:rPr lang="en-US" sz="1100">
                          <a:effectLst/>
                        </a:rPr>
                        <a:t>9</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en-US" sz="1100" dirty="0">
                          <a:effectLst/>
                        </a:rPr>
                        <a:t>E      </a:t>
                      </a:r>
                      <a:r>
                        <a:rPr lang="ar-EG" sz="1100" dirty="0">
                          <a:effectLst/>
                        </a:rPr>
                        <a:t>   </a:t>
                      </a:r>
                      <a:r>
                        <a:rPr lang="en-US" sz="1100" dirty="0">
                          <a:effectLst/>
                        </a:rPr>
                        <a:t>   </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ar-EG" sz="1100">
                          <a:effectLst/>
                        </a:rPr>
                        <a:t>5</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586239417"/>
                  </a:ext>
                </a:extLst>
              </a:tr>
              <a:tr h="395833">
                <a:tc>
                  <a:txBody>
                    <a:bodyPr/>
                    <a:lstStyle/>
                    <a:p>
                      <a:pPr marL="0" marR="0" algn="ctr" rtl="1">
                        <a:lnSpc>
                          <a:spcPct val="107000"/>
                        </a:lnSpc>
                        <a:spcBef>
                          <a:spcPts val="0"/>
                        </a:spcBef>
                        <a:spcAft>
                          <a:spcPts val="0"/>
                        </a:spcAft>
                      </a:pPr>
                      <a:r>
                        <a:rPr lang="ar-EG" sz="1100">
                          <a:effectLst/>
                        </a:rPr>
                        <a:t>0</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100" dirty="0">
                          <a:effectLst/>
                        </a:rPr>
                        <a:t>Test Software</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ar-EG" sz="1100">
                          <a:effectLst/>
                        </a:rPr>
                        <a:t>0</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277053199"/>
                  </a:ext>
                </a:extLst>
              </a:tr>
              <a:tr h="298904">
                <a:tc>
                  <a:txBody>
                    <a:bodyPr/>
                    <a:lstStyle/>
                    <a:p>
                      <a:pPr marL="0" marR="0" algn="r" rtl="1">
                        <a:lnSpc>
                          <a:spcPct val="107000"/>
                        </a:lnSpc>
                        <a:spcBef>
                          <a:spcPts val="0"/>
                        </a:spcBef>
                        <a:spcAft>
                          <a:spcPts val="0"/>
                        </a:spcAft>
                      </a:pPr>
                      <a:r>
                        <a:rPr lang="ar-EG" sz="1100">
                          <a:effectLst/>
                        </a:rPr>
                        <a:t>9</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ar-EG" sz="1100">
                          <a:effectLst/>
                        </a:rPr>
                        <a:t>4</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ar-EG" sz="1100" dirty="0">
                          <a:effectLst/>
                        </a:rPr>
                        <a:t>5</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160581250"/>
                  </a:ext>
                </a:extLst>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968504268"/>
              </p:ext>
            </p:extLst>
          </p:nvPr>
        </p:nvGraphicFramePr>
        <p:xfrm>
          <a:off x="6442437" y="2448865"/>
          <a:ext cx="1369060" cy="1255713"/>
        </p:xfrm>
        <a:graphic>
          <a:graphicData uri="http://schemas.openxmlformats.org/drawingml/2006/table">
            <a:tbl>
              <a:tblPr rtl="1" firstRow="1" firstCol="1" bandRow="1">
                <a:tableStyleId>{69CF1AB2-1976-4502-BF36-3FF5EA218861}</a:tableStyleId>
              </a:tblPr>
              <a:tblGrid>
                <a:gridCol w="303530">
                  <a:extLst>
                    <a:ext uri="{9D8B030D-6E8A-4147-A177-3AD203B41FA5}">
                      <a16:colId xmlns:a16="http://schemas.microsoft.com/office/drawing/2014/main" val="1868469428"/>
                    </a:ext>
                  </a:extLst>
                </a:gridCol>
                <a:gridCol w="762000">
                  <a:extLst>
                    <a:ext uri="{9D8B030D-6E8A-4147-A177-3AD203B41FA5}">
                      <a16:colId xmlns:a16="http://schemas.microsoft.com/office/drawing/2014/main" val="4128883694"/>
                    </a:ext>
                  </a:extLst>
                </a:gridCol>
                <a:gridCol w="303530">
                  <a:extLst>
                    <a:ext uri="{9D8B030D-6E8A-4147-A177-3AD203B41FA5}">
                      <a16:colId xmlns:a16="http://schemas.microsoft.com/office/drawing/2014/main" val="3986600228"/>
                    </a:ext>
                  </a:extLst>
                </a:gridCol>
              </a:tblGrid>
              <a:tr h="243840">
                <a:tc>
                  <a:txBody>
                    <a:bodyPr/>
                    <a:lstStyle/>
                    <a:p>
                      <a:pPr marL="0" marR="0" algn="r" rtl="1">
                        <a:lnSpc>
                          <a:spcPct val="107000"/>
                        </a:lnSpc>
                        <a:spcBef>
                          <a:spcPts val="0"/>
                        </a:spcBef>
                        <a:spcAft>
                          <a:spcPts val="0"/>
                        </a:spcAft>
                      </a:pPr>
                      <a:r>
                        <a:rPr lang="en-US" sz="1100">
                          <a:effectLst/>
                        </a:rPr>
                        <a:t>8</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en-US" sz="1100" dirty="0">
                          <a:effectLst/>
                        </a:rPr>
                        <a:t>C       </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en-US" sz="1100">
                          <a:effectLst/>
                        </a:rPr>
                        <a:t>4  </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689024382"/>
                  </a:ext>
                </a:extLst>
              </a:tr>
              <a:tr h="469900">
                <a:tc>
                  <a:txBody>
                    <a:bodyPr/>
                    <a:lstStyle/>
                    <a:p>
                      <a:pPr marL="0" marR="0" algn="r" rtl="1">
                        <a:lnSpc>
                          <a:spcPct val="107000"/>
                        </a:lnSpc>
                        <a:spcBef>
                          <a:spcPts val="0"/>
                        </a:spcBef>
                        <a:spcAft>
                          <a:spcPts val="0"/>
                        </a:spcAft>
                      </a:pPr>
                      <a:r>
                        <a:rPr lang="ar-EG" sz="1100">
                          <a:effectLst/>
                        </a:rPr>
                        <a:t> </a:t>
                      </a:r>
                      <a:endParaRPr lang="en-US" sz="1100">
                        <a:effectLst/>
                      </a:endParaRPr>
                    </a:p>
                    <a:p>
                      <a:pPr marL="0" marR="0" algn="r" rtl="1">
                        <a:lnSpc>
                          <a:spcPct val="107000"/>
                        </a:lnSpc>
                        <a:spcBef>
                          <a:spcPts val="0"/>
                        </a:spcBef>
                        <a:spcAft>
                          <a:spcPts val="0"/>
                        </a:spcAft>
                      </a:pPr>
                      <a:r>
                        <a:rPr lang="ar-EG" sz="1100">
                          <a:effectLst/>
                        </a:rPr>
                        <a:t>1</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100" dirty="0">
                          <a:effectLst/>
                        </a:rPr>
                        <a:t>Build and test  Hardware  </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ar-EG" sz="1100">
                          <a:effectLst/>
                        </a:rPr>
                        <a:t> </a:t>
                      </a:r>
                      <a:endParaRPr lang="en-US" sz="1100">
                        <a:effectLst/>
                      </a:endParaRPr>
                    </a:p>
                    <a:p>
                      <a:pPr marL="0" marR="0" algn="r" rtl="1">
                        <a:lnSpc>
                          <a:spcPct val="107000"/>
                        </a:lnSpc>
                        <a:spcBef>
                          <a:spcPts val="0"/>
                        </a:spcBef>
                        <a:spcAft>
                          <a:spcPts val="0"/>
                        </a:spcAft>
                      </a:pPr>
                      <a:r>
                        <a:rPr lang="ar-EG" sz="1100">
                          <a:effectLst/>
                        </a:rPr>
                        <a:t>1</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057252643"/>
                  </a:ext>
                </a:extLst>
              </a:tr>
              <a:tr h="179070">
                <a:tc>
                  <a:txBody>
                    <a:bodyPr/>
                    <a:lstStyle/>
                    <a:p>
                      <a:pPr marL="0" marR="0" algn="r" rtl="1">
                        <a:lnSpc>
                          <a:spcPct val="107000"/>
                        </a:lnSpc>
                        <a:spcBef>
                          <a:spcPts val="0"/>
                        </a:spcBef>
                        <a:spcAft>
                          <a:spcPts val="0"/>
                        </a:spcAft>
                      </a:pPr>
                      <a:r>
                        <a:rPr lang="ar-EG" sz="1100">
                          <a:effectLst/>
                        </a:rPr>
                        <a:t>9</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0">
                        <a:lnSpc>
                          <a:spcPct val="107000"/>
                        </a:lnSpc>
                        <a:spcBef>
                          <a:spcPts val="0"/>
                        </a:spcBef>
                        <a:spcAft>
                          <a:spcPts val="0"/>
                        </a:spcAft>
                      </a:pPr>
                      <a:r>
                        <a:rPr lang="en-US" sz="1100">
                          <a:effectLst/>
                        </a:rPr>
                        <a:t>    4       </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ar-EG" sz="1100" dirty="0">
                          <a:effectLst/>
                        </a:rPr>
                        <a:t>5</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904346782"/>
                  </a:ext>
                </a:extLst>
              </a:tr>
            </a:tbl>
          </a:graphicData>
        </a:graphic>
      </p:graphicFrame>
      <p:graphicFrame>
        <p:nvGraphicFramePr>
          <p:cNvPr id="9" name="Table 8"/>
          <p:cNvGraphicFramePr>
            <a:graphicFrameLocks noGrp="1"/>
          </p:cNvGraphicFramePr>
          <p:nvPr>
            <p:extLst>
              <p:ext uri="{D42A27DB-BD31-4B8C-83A1-F6EECF244321}">
                <p14:modId xmlns:p14="http://schemas.microsoft.com/office/powerpoint/2010/main" val="1588439368"/>
              </p:ext>
            </p:extLst>
          </p:nvPr>
        </p:nvGraphicFramePr>
        <p:xfrm>
          <a:off x="8957875" y="3743789"/>
          <a:ext cx="1542869" cy="1232810"/>
        </p:xfrm>
        <a:graphic>
          <a:graphicData uri="http://schemas.openxmlformats.org/drawingml/2006/table">
            <a:tbl>
              <a:tblPr rtl="1" firstRow="1" firstCol="1" bandRow="1">
                <a:tableStyleId>{69CF1AB2-1976-4502-BF36-3FF5EA218861}</a:tableStyleId>
              </a:tblPr>
              <a:tblGrid>
                <a:gridCol w="398461">
                  <a:extLst>
                    <a:ext uri="{9D8B030D-6E8A-4147-A177-3AD203B41FA5}">
                      <a16:colId xmlns:a16="http://schemas.microsoft.com/office/drawing/2014/main" val="1399790035"/>
                    </a:ext>
                  </a:extLst>
                </a:gridCol>
                <a:gridCol w="745947">
                  <a:extLst>
                    <a:ext uri="{9D8B030D-6E8A-4147-A177-3AD203B41FA5}">
                      <a16:colId xmlns:a16="http://schemas.microsoft.com/office/drawing/2014/main" val="4188308998"/>
                    </a:ext>
                  </a:extLst>
                </a:gridCol>
                <a:gridCol w="398461">
                  <a:extLst>
                    <a:ext uri="{9D8B030D-6E8A-4147-A177-3AD203B41FA5}">
                      <a16:colId xmlns:a16="http://schemas.microsoft.com/office/drawing/2014/main" val="1249123990"/>
                    </a:ext>
                  </a:extLst>
                </a:gridCol>
              </a:tblGrid>
              <a:tr h="385521">
                <a:tc>
                  <a:txBody>
                    <a:bodyPr/>
                    <a:lstStyle/>
                    <a:p>
                      <a:pPr marL="0" marR="0" algn="ctr" rtl="1">
                        <a:lnSpc>
                          <a:spcPct val="107000"/>
                        </a:lnSpc>
                        <a:spcBef>
                          <a:spcPts val="0"/>
                        </a:spcBef>
                        <a:spcAft>
                          <a:spcPts val="0"/>
                        </a:spcAft>
                      </a:pPr>
                      <a:r>
                        <a:rPr lang="ar-EG" sz="1100">
                          <a:effectLst/>
                        </a:rPr>
                        <a:t>11</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100">
                          <a:effectLst/>
                        </a:rPr>
                        <a:t>F</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100">
                          <a:effectLst/>
                        </a:rPr>
                        <a:t>9</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505563743"/>
                  </a:ext>
                </a:extLst>
              </a:tr>
              <a:tr h="484043">
                <a:tc>
                  <a:txBody>
                    <a:bodyPr/>
                    <a:lstStyle/>
                    <a:p>
                      <a:pPr marL="0" marR="0" algn="ctr" rtl="1">
                        <a:lnSpc>
                          <a:spcPct val="107000"/>
                        </a:lnSpc>
                        <a:spcBef>
                          <a:spcPts val="0"/>
                        </a:spcBef>
                        <a:spcAft>
                          <a:spcPts val="0"/>
                        </a:spcAft>
                      </a:pPr>
                      <a:r>
                        <a:rPr lang="ar-EG" sz="1100">
                          <a:effectLst/>
                        </a:rPr>
                        <a:t>0</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en-US" sz="1100" dirty="0">
                          <a:effectLst/>
                        </a:rPr>
                        <a:t>Integrate System  </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r" rtl="1">
                        <a:lnSpc>
                          <a:spcPct val="107000"/>
                        </a:lnSpc>
                        <a:spcBef>
                          <a:spcPts val="0"/>
                        </a:spcBef>
                        <a:spcAft>
                          <a:spcPts val="0"/>
                        </a:spcAft>
                      </a:pPr>
                      <a:r>
                        <a:rPr lang="ar-EG" sz="1100" dirty="0">
                          <a:effectLst/>
                        </a:rPr>
                        <a:t>0</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515926232"/>
                  </a:ext>
                </a:extLst>
              </a:tr>
              <a:tr h="363246">
                <a:tc>
                  <a:txBody>
                    <a:bodyPr/>
                    <a:lstStyle/>
                    <a:p>
                      <a:pPr marL="0" marR="0" algn="ctr" rtl="1">
                        <a:lnSpc>
                          <a:spcPct val="107000"/>
                        </a:lnSpc>
                        <a:spcBef>
                          <a:spcPts val="0"/>
                        </a:spcBef>
                        <a:spcAft>
                          <a:spcPts val="0"/>
                        </a:spcAft>
                      </a:pPr>
                      <a:r>
                        <a:rPr lang="ar-EG" sz="1100">
                          <a:effectLst/>
                        </a:rPr>
                        <a:t>11</a:t>
                      </a:r>
                      <a:endParaRPr lang="en-US" sz="110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ar-EG" sz="1100" dirty="0">
                          <a:effectLst/>
                        </a:rPr>
                        <a:t>2</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rtl="1">
                        <a:lnSpc>
                          <a:spcPct val="107000"/>
                        </a:lnSpc>
                        <a:spcBef>
                          <a:spcPts val="0"/>
                        </a:spcBef>
                        <a:spcAft>
                          <a:spcPts val="0"/>
                        </a:spcAft>
                      </a:pPr>
                      <a:r>
                        <a:rPr lang="ar-EG" sz="1100" dirty="0">
                          <a:effectLst/>
                        </a:rPr>
                        <a:t>9</a:t>
                      </a:r>
                      <a:endParaRPr lang="en-US" sz="1100"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327045274"/>
                  </a:ext>
                </a:extLst>
              </a:tr>
            </a:tbl>
          </a:graphicData>
        </a:graphic>
      </p:graphicFrame>
      <p:cxnSp>
        <p:nvCxnSpPr>
          <p:cNvPr id="11" name="Straight Arrow Connector 10"/>
          <p:cNvCxnSpPr/>
          <p:nvPr/>
        </p:nvCxnSpPr>
        <p:spPr>
          <a:xfrm flipV="1">
            <a:off x="2860131" y="3602682"/>
            <a:ext cx="657225" cy="676275"/>
          </a:xfrm>
          <a:prstGeom prst="straightConnector1">
            <a:avLst/>
          </a:prstGeom>
          <a:ln>
            <a:solidFill>
              <a:schemeClr val="bg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2845255" y="4502172"/>
            <a:ext cx="719998" cy="558214"/>
          </a:xfrm>
          <a:prstGeom prst="straightConnector1">
            <a:avLst/>
          </a:prstGeom>
          <a:ln>
            <a:solidFill>
              <a:schemeClr val="bg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p:cNvCxnSpPr/>
          <p:nvPr/>
        </p:nvCxnSpPr>
        <p:spPr>
          <a:xfrm>
            <a:off x="5487251" y="3085749"/>
            <a:ext cx="609600" cy="9525"/>
          </a:xfrm>
          <a:prstGeom prst="straightConnector1">
            <a:avLst/>
          </a:prstGeom>
          <a:ln>
            <a:solidFill>
              <a:schemeClr val="bg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a:off x="5341032" y="5829388"/>
            <a:ext cx="609600" cy="952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a:off x="8071530" y="3853565"/>
            <a:ext cx="485775" cy="419100"/>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p:cNvCxnSpPr/>
          <p:nvPr/>
        </p:nvCxnSpPr>
        <p:spPr>
          <a:xfrm flipV="1">
            <a:off x="8031841" y="4695850"/>
            <a:ext cx="466725" cy="39052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4533615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Resource Constrained</a:t>
            </a:r>
            <a:endParaRPr lang="ar-EG" dirty="0"/>
          </a:p>
        </p:txBody>
      </p:sp>
      <p:sp>
        <p:nvSpPr>
          <p:cNvPr id="5" name="Rectangle 4"/>
          <p:cNvSpPr/>
          <p:nvPr/>
        </p:nvSpPr>
        <p:spPr>
          <a:xfrm>
            <a:off x="1123410" y="2087104"/>
            <a:ext cx="11495308" cy="369332"/>
          </a:xfrm>
          <a:prstGeom prst="rect">
            <a:avLst/>
          </a:prstGeom>
        </p:spPr>
        <p:txBody>
          <a:bodyPr wrap="square">
            <a:spAutoFit/>
          </a:bodyPr>
          <a:lstStyle/>
          <a:p>
            <a:r>
              <a:rPr lang="en-US" b="1" dirty="0">
                <a:solidFill>
                  <a:schemeClr val="bg1"/>
                </a:solidFill>
                <a:latin typeface="Calibri" panose="020F0502020204030204" pitchFamily="34" charset="0"/>
                <a:ea typeface="SimSun" panose="02010600030101010101" pitchFamily="2" charset="-122"/>
                <a:cs typeface="Arial" panose="020B0604020202020204" pitchFamily="34" charset="0"/>
              </a:rPr>
              <a:t>ID    </a:t>
            </a:r>
            <a:r>
              <a:rPr lang="en-US" b="1" dirty="0" smtClean="0">
                <a:solidFill>
                  <a:schemeClr val="bg1"/>
                </a:solidFill>
                <a:latin typeface="Calibri" panose="020F0502020204030204" pitchFamily="34" charset="0"/>
                <a:ea typeface="SimSun" panose="02010600030101010101" pitchFamily="2" charset="-122"/>
                <a:cs typeface="Arial" panose="020B0604020202020204" pitchFamily="34" charset="0"/>
              </a:rPr>
              <a:t>RES  </a:t>
            </a:r>
            <a:r>
              <a:rPr lang="en-US" b="1" dirty="0">
                <a:solidFill>
                  <a:schemeClr val="bg1"/>
                </a:solidFill>
                <a:latin typeface="Calibri" panose="020F0502020204030204" pitchFamily="34" charset="0"/>
                <a:ea typeface="SimSun" panose="02010600030101010101" pitchFamily="2" charset="-122"/>
                <a:cs typeface="Arial" panose="020B0604020202020204" pitchFamily="34" charset="0"/>
              </a:rPr>
              <a:t>DUR </a:t>
            </a:r>
            <a:r>
              <a:rPr lang="en-US" b="1" dirty="0" smtClean="0">
                <a:solidFill>
                  <a:schemeClr val="bg1"/>
                </a:solidFill>
                <a:latin typeface="Calibri" panose="020F0502020204030204" pitchFamily="34" charset="0"/>
                <a:ea typeface="SimSun" panose="02010600030101010101" pitchFamily="2" charset="-122"/>
                <a:cs typeface="Arial" panose="020B0604020202020204" pitchFamily="34" charset="0"/>
              </a:rPr>
              <a:t> </a:t>
            </a:r>
            <a:r>
              <a:rPr lang="en-US" b="1" dirty="0">
                <a:solidFill>
                  <a:schemeClr val="bg1"/>
                </a:solidFill>
                <a:latin typeface="Calibri" panose="020F0502020204030204" pitchFamily="34" charset="0"/>
                <a:ea typeface="SimSun" panose="02010600030101010101" pitchFamily="2" charset="-122"/>
                <a:cs typeface="Arial" panose="020B0604020202020204" pitchFamily="34" charset="0"/>
              </a:rPr>
              <a:t>ES   </a:t>
            </a:r>
            <a:r>
              <a:rPr lang="en-US" b="1" dirty="0" smtClean="0">
                <a:solidFill>
                  <a:schemeClr val="bg1"/>
                </a:solidFill>
                <a:latin typeface="Calibri" panose="020F0502020204030204" pitchFamily="34" charset="0"/>
                <a:ea typeface="SimSun" panose="02010600030101010101" pitchFamily="2" charset="-122"/>
                <a:cs typeface="Arial" panose="020B0604020202020204" pitchFamily="34" charset="0"/>
              </a:rPr>
              <a:t>LF   SL 0     </a:t>
            </a:r>
            <a:r>
              <a:rPr lang="en-US" b="1" dirty="0">
                <a:solidFill>
                  <a:schemeClr val="bg1"/>
                </a:solidFill>
                <a:latin typeface="Calibri" panose="020F0502020204030204" pitchFamily="34" charset="0"/>
                <a:ea typeface="SimSun" panose="02010600030101010101" pitchFamily="2" charset="-122"/>
                <a:cs typeface="Arial" panose="020B0604020202020204" pitchFamily="34" charset="0"/>
              </a:rPr>
              <a:t>1     </a:t>
            </a:r>
            <a:r>
              <a:rPr lang="en-US" b="1" dirty="0" smtClean="0">
                <a:solidFill>
                  <a:schemeClr val="bg1"/>
                </a:solidFill>
                <a:latin typeface="Calibri" panose="020F0502020204030204" pitchFamily="34" charset="0"/>
                <a:ea typeface="SimSun" panose="02010600030101010101" pitchFamily="2" charset="-122"/>
                <a:cs typeface="Arial" panose="020B0604020202020204" pitchFamily="34" charset="0"/>
              </a:rPr>
              <a:t>  </a:t>
            </a:r>
            <a:r>
              <a:rPr lang="en-US" b="1" dirty="0">
                <a:solidFill>
                  <a:schemeClr val="bg1"/>
                </a:solidFill>
                <a:latin typeface="Calibri" panose="020F0502020204030204" pitchFamily="34" charset="0"/>
                <a:ea typeface="SimSun" panose="02010600030101010101" pitchFamily="2" charset="-122"/>
                <a:cs typeface="Arial" panose="020B0604020202020204" pitchFamily="34" charset="0"/>
              </a:rPr>
              <a:t>2      </a:t>
            </a:r>
            <a:r>
              <a:rPr lang="en-US" b="1" dirty="0" smtClean="0">
                <a:solidFill>
                  <a:schemeClr val="bg1"/>
                </a:solidFill>
                <a:latin typeface="Calibri" panose="020F0502020204030204" pitchFamily="34" charset="0"/>
                <a:ea typeface="SimSun" panose="02010600030101010101" pitchFamily="2" charset="-122"/>
                <a:cs typeface="Arial" panose="020B0604020202020204" pitchFamily="34" charset="0"/>
              </a:rPr>
              <a:t>3      </a:t>
            </a:r>
            <a:r>
              <a:rPr lang="en-US" b="1" dirty="0">
                <a:solidFill>
                  <a:schemeClr val="bg1"/>
                </a:solidFill>
                <a:latin typeface="Calibri" panose="020F0502020204030204" pitchFamily="34" charset="0"/>
                <a:ea typeface="SimSun" panose="02010600030101010101" pitchFamily="2" charset="-122"/>
                <a:cs typeface="Arial" panose="020B0604020202020204" pitchFamily="34" charset="0"/>
              </a:rPr>
              <a:t>4     </a:t>
            </a:r>
            <a:r>
              <a:rPr lang="en-US" b="1" dirty="0" smtClean="0">
                <a:solidFill>
                  <a:schemeClr val="bg1"/>
                </a:solidFill>
                <a:latin typeface="Calibri" panose="020F0502020204030204" pitchFamily="34" charset="0"/>
                <a:ea typeface="SimSun" panose="02010600030101010101" pitchFamily="2" charset="-122"/>
                <a:cs typeface="Arial" panose="020B0604020202020204" pitchFamily="34" charset="0"/>
              </a:rPr>
              <a:t>5      </a:t>
            </a:r>
            <a:r>
              <a:rPr lang="en-US" b="1" dirty="0">
                <a:solidFill>
                  <a:schemeClr val="bg1"/>
                </a:solidFill>
                <a:latin typeface="Calibri" panose="020F0502020204030204" pitchFamily="34" charset="0"/>
                <a:ea typeface="SimSun" panose="02010600030101010101" pitchFamily="2" charset="-122"/>
                <a:cs typeface="Arial" panose="020B0604020202020204" pitchFamily="34" charset="0"/>
              </a:rPr>
              <a:t>6      </a:t>
            </a:r>
            <a:r>
              <a:rPr lang="en-US" b="1" dirty="0" smtClean="0">
                <a:solidFill>
                  <a:schemeClr val="bg1"/>
                </a:solidFill>
                <a:latin typeface="Calibri" panose="020F0502020204030204" pitchFamily="34" charset="0"/>
                <a:ea typeface="SimSun" panose="02010600030101010101" pitchFamily="2" charset="-122"/>
                <a:cs typeface="Arial" panose="020B0604020202020204" pitchFamily="34" charset="0"/>
              </a:rPr>
              <a:t>7     8       </a:t>
            </a:r>
            <a:r>
              <a:rPr lang="en-US" b="1" dirty="0">
                <a:solidFill>
                  <a:schemeClr val="bg1"/>
                </a:solidFill>
                <a:latin typeface="Calibri" panose="020F0502020204030204" pitchFamily="34" charset="0"/>
                <a:ea typeface="SimSun" panose="02010600030101010101" pitchFamily="2" charset="-122"/>
                <a:cs typeface="Arial" panose="020B0604020202020204" pitchFamily="34" charset="0"/>
              </a:rPr>
              <a:t>9     </a:t>
            </a:r>
            <a:r>
              <a:rPr lang="en-US" b="1" dirty="0" smtClean="0">
                <a:solidFill>
                  <a:schemeClr val="bg1"/>
                </a:solidFill>
                <a:latin typeface="Calibri" panose="020F0502020204030204" pitchFamily="34" charset="0"/>
                <a:ea typeface="SimSun" panose="02010600030101010101" pitchFamily="2" charset="-122"/>
                <a:cs typeface="Arial" panose="020B0604020202020204" pitchFamily="34" charset="0"/>
              </a:rPr>
              <a:t>10   11</a:t>
            </a:r>
            <a:endParaRPr lang="en-US" b="1" dirty="0">
              <a:solidFill>
                <a:schemeClr val="bg1"/>
              </a:solidFill>
              <a:latin typeface="Calibri" panose="020F0502020204030204" pitchFamily="34" charset="0"/>
              <a:ea typeface="SimSun" panose="02010600030101010101" pitchFamily="2" charset="-122"/>
              <a:cs typeface="Arial" panose="020B0604020202020204" pitchFamily="34" charset="0"/>
            </a:endParaRPr>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624825116"/>
              </p:ext>
            </p:extLst>
          </p:nvPr>
        </p:nvGraphicFramePr>
        <p:xfrm>
          <a:off x="1123410" y="2461799"/>
          <a:ext cx="7458888" cy="3312601"/>
        </p:xfrm>
        <a:graphic>
          <a:graphicData uri="http://schemas.openxmlformats.org/drawingml/2006/table">
            <a:tbl>
              <a:tblPr firstRow="1" firstCol="1" bandRow="1">
                <a:tableStyleId>{5C22544A-7EE6-4342-B048-85BDC9FD1C3A}</a:tableStyleId>
              </a:tblPr>
              <a:tblGrid>
                <a:gridCol w="443560">
                  <a:extLst>
                    <a:ext uri="{9D8B030D-6E8A-4147-A177-3AD203B41FA5}">
                      <a16:colId xmlns:a16="http://schemas.microsoft.com/office/drawing/2014/main" val="1083391280"/>
                    </a:ext>
                  </a:extLst>
                </a:gridCol>
                <a:gridCol w="433582">
                  <a:extLst>
                    <a:ext uri="{9D8B030D-6E8A-4147-A177-3AD203B41FA5}">
                      <a16:colId xmlns:a16="http://schemas.microsoft.com/office/drawing/2014/main" val="3850053023"/>
                    </a:ext>
                  </a:extLst>
                </a:gridCol>
                <a:gridCol w="474401">
                  <a:extLst>
                    <a:ext uri="{9D8B030D-6E8A-4147-A177-3AD203B41FA5}">
                      <a16:colId xmlns:a16="http://schemas.microsoft.com/office/drawing/2014/main" val="875636915"/>
                    </a:ext>
                  </a:extLst>
                </a:gridCol>
                <a:gridCol w="400020">
                  <a:extLst>
                    <a:ext uri="{9D8B030D-6E8A-4147-A177-3AD203B41FA5}">
                      <a16:colId xmlns:a16="http://schemas.microsoft.com/office/drawing/2014/main" val="1563723388"/>
                    </a:ext>
                  </a:extLst>
                </a:gridCol>
                <a:gridCol w="439025">
                  <a:extLst>
                    <a:ext uri="{9D8B030D-6E8A-4147-A177-3AD203B41FA5}">
                      <a16:colId xmlns:a16="http://schemas.microsoft.com/office/drawing/2014/main" val="3065515013"/>
                    </a:ext>
                  </a:extLst>
                </a:gridCol>
                <a:gridCol w="439025">
                  <a:extLst>
                    <a:ext uri="{9D8B030D-6E8A-4147-A177-3AD203B41FA5}">
                      <a16:colId xmlns:a16="http://schemas.microsoft.com/office/drawing/2014/main" val="1572593675"/>
                    </a:ext>
                  </a:extLst>
                </a:gridCol>
                <a:gridCol w="439025">
                  <a:extLst>
                    <a:ext uri="{9D8B030D-6E8A-4147-A177-3AD203B41FA5}">
                      <a16:colId xmlns:a16="http://schemas.microsoft.com/office/drawing/2014/main" val="3426937202"/>
                    </a:ext>
                  </a:extLst>
                </a:gridCol>
                <a:gridCol w="439025">
                  <a:extLst>
                    <a:ext uri="{9D8B030D-6E8A-4147-A177-3AD203B41FA5}">
                      <a16:colId xmlns:a16="http://schemas.microsoft.com/office/drawing/2014/main" val="3645741468"/>
                    </a:ext>
                  </a:extLst>
                </a:gridCol>
                <a:gridCol w="439025">
                  <a:extLst>
                    <a:ext uri="{9D8B030D-6E8A-4147-A177-3AD203B41FA5}">
                      <a16:colId xmlns:a16="http://schemas.microsoft.com/office/drawing/2014/main" val="3524853444"/>
                    </a:ext>
                  </a:extLst>
                </a:gridCol>
                <a:gridCol w="439025">
                  <a:extLst>
                    <a:ext uri="{9D8B030D-6E8A-4147-A177-3AD203B41FA5}">
                      <a16:colId xmlns:a16="http://schemas.microsoft.com/office/drawing/2014/main" val="2200312937"/>
                    </a:ext>
                  </a:extLst>
                </a:gridCol>
                <a:gridCol w="439025">
                  <a:extLst>
                    <a:ext uri="{9D8B030D-6E8A-4147-A177-3AD203B41FA5}">
                      <a16:colId xmlns:a16="http://schemas.microsoft.com/office/drawing/2014/main" val="1346659159"/>
                    </a:ext>
                  </a:extLst>
                </a:gridCol>
                <a:gridCol w="439025">
                  <a:extLst>
                    <a:ext uri="{9D8B030D-6E8A-4147-A177-3AD203B41FA5}">
                      <a16:colId xmlns:a16="http://schemas.microsoft.com/office/drawing/2014/main" val="1519748498"/>
                    </a:ext>
                  </a:extLst>
                </a:gridCol>
                <a:gridCol w="439025">
                  <a:extLst>
                    <a:ext uri="{9D8B030D-6E8A-4147-A177-3AD203B41FA5}">
                      <a16:colId xmlns:a16="http://schemas.microsoft.com/office/drawing/2014/main" val="1927876280"/>
                    </a:ext>
                  </a:extLst>
                </a:gridCol>
                <a:gridCol w="439025">
                  <a:extLst>
                    <a:ext uri="{9D8B030D-6E8A-4147-A177-3AD203B41FA5}">
                      <a16:colId xmlns:a16="http://schemas.microsoft.com/office/drawing/2014/main" val="4014018159"/>
                    </a:ext>
                  </a:extLst>
                </a:gridCol>
                <a:gridCol w="439025">
                  <a:extLst>
                    <a:ext uri="{9D8B030D-6E8A-4147-A177-3AD203B41FA5}">
                      <a16:colId xmlns:a16="http://schemas.microsoft.com/office/drawing/2014/main" val="1823520671"/>
                    </a:ext>
                  </a:extLst>
                </a:gridCol>
                <a:gridCol w="439025">
                  <a:extLst>
                    <a:ext uri="{9D8B030D-6E8A-4147-A177-3AD203B41FA5}">
                      <a16:colId xmlns:a16="http://schemas.microsoft.com/office/drawing/2014/main" val="1609747177"/>
                    </a:ext>
                  </a:extLst>
                </a:gridCol>
                <a:gridCol w="439025">
                  <a:extLst>
                    <a:ext uri="{9D8B030D-6E8A-4147-A177-3AD203B41FA5}">
                      <a16:colId xmlns:a16="http://schemas.microsoft.com/office/drawing/2014/main" val="3976775149"/>
                    </a:ext>
                  </a:extLst>
                </a:gridCol>
              </a:tblGrid>
              <a:tr h="545318">
                <a:tc>
                  <a:txBody>
                    <a:bodyPr/>
                    <a:lstStyle/>
                    <a:p>
                      <a:pPr marL="0" marR="0" algn="ctr">
                        <a:spcBef>
                          <a:spcPts val="0"/>
                        </a:spcBef>
                        <a:spcAft>
                          <a:spcPts val="0"/>
                        </a:spcAft>
                      </a:pPr>
                      <a:r>
                        <a:rPr lang="en-US" sz="1600" b="1">
                          <a:effectLst/>
                        </a:rPr>
                        <a:t>A</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2P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1</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0</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1</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0</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dirty="0">
                          <a:effectLst/>
                        </a:rPr>
                        <a:t>2</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dirty="0">
                          <a:effectLst/>
                        </a:rPr>
                        <a:t> </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795423480"/>
                  </a:ext>
                </a:extLst>
              </a:tr>
              <a:tr h="545318">
                <a:tc>
                  <a:txBody>
                    <a:bodyPr/>
                    <a:lstStyle/>
                    <a:p>
                      <a:pPr marL="0" marR="0" algn="ctr">
                        <a:spcBef>
                          <a:spcPts val="0"/>
                        </a:spcBef>
                        <a:spcAft>
                          <a:spcPts val="0"/>
                        </a:spcAft>
                      </a:pPr>
                      <a:r>
                        <a:rPr lang="en-US" sz="1600" b="1">
                          <a:effectLst/>
                        </a:rPr>
                        <a:t>B</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2P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3</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1</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5</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1</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dirty="0">
                          <a:effectLst/>
                        </a:rPr>
                        <a:t>2</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dirty="0">
                          <a:effectLst/>
                        </a:rPr>
                        <a:t>2</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dirty="0">
                          <a:effectLst/>
                        </a:rPr>
                        <a:t>2</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dirty="0">
                          <a:effectLst/>
                        </a:rPr>
                        <a:t> </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495812784"/>
                  </a:ext>
                </a:extLst>
              </a:tr>
              <a:tr h="545318">
                <a:tc>
                  <a:txBody>
                    <a:bodyPr/>
                    <a:lstStyle/>
                    <a:p>
                      <a:pPr marL="0" marR="0" algn="ctr">
                        <a:spcBef>
                          <a:spcPts val="0"/>
                        </a:spcBef>
                        <a:spcAft>
                          <a:spcPts val="0"/>
                        </a:spcAft>
                      </a:pPr>
                      <a:r>
                        <a:rPr lang="en-US" sz="1600" b="1">
                          <a:effectLst/>
                        </a:rPr>
                        <a:t>D</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1P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4</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1</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5</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0</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dirty="0">
                          <a:effectLst/>
                        </a:rPr>
                        <a:t>1</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dirty="0">
                          <a:effectLst/>
                        </a:rPr>
                        <a:t>1</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dirty="0">
                          <a:effectLst/>
                        </a:rPr>
                        <a:t>1</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dirty="0">
                          <a:effectLst/>
                        </a:rPr>
                        <a:t>1</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060363494"/>
                  </a:ext>
                </a:extLst>
              </a:tr>
              <a:tr h="545318">
                <a:tc>
                  <a:txBody>
                    <a:bodyPr/>
                    <a:lstStyle/>
                    <a:p>
                      <a:pPr marL="0" marR="0" algn="ctr">
                        <a:spcBef>
                          <a:spcPts val="0"/>
                        </a:spcBef>
                        <a:spcAft>
                          <a:spcPts val="0"/>
                        </a:spcAft>
                      </a:pPr>
                      <a:r>
                        <a:rPr lang="en-US" sz="1600" b="1">
                          <a:effectLst/>
                        </a:rPr>
                        <a:t>C</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1P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4</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4</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9</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1</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dirty="0">
                          <a:effectLst/>
                        </a:rPr>
                        <a:t> </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dirty="0">
                          <a:effectLst/>
                        </a:rPr>
                        <a:t>1</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dirty="0">
                          <a:effectLst/>
                        </a:rPr>
                        <a:t>1</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dirty="0">
                          <a:effectLst/>
                        </a:rPr>
                        <a:t>1</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dirty="0">
                          <a:effectLst/>
                        </a:rPr>
                        <a:t>1</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dirty="0">
                          <a:effectLst/>
                        </a:rPr>
                        <a:t> </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2573080959"/>
                  </a:ext>
                </a:extLst>
              </a:tr>
              <a:tr h="554812">
                <a:tc>
                  <a:txBody>
                    <a:bodyPr/>
                    <a:lstStyle/>
                    <a:p>
                      <a:pPr marL="0" marR="0" algn="ctr">
                        <a:spcBef>
                          <a:spcPts val="0"/>
                        </a:spcBef>
                        <a:spcAft>
                          <a:spcPts val="0"/>
                        </a:spcAft>
                      </a:pPr>
                      <a:r>
                        <a:rPr lang="en-US" sz="1600" b="1">
                          <a:effectLst/>
                        </a:rPr>
                        <a:t>E</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2P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4</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5</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9</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0</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dirty="0">
                          <a:effectLst/>
                        </a:rPr>
                        <a:t>2</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dirty="0">
                          <a:effectLst/>
                        </a:rPr>
                        <a:t>2</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dirty="0">
                          <a:effectLst/>
                        </a:rPr>
                        <a:t>2</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dirty="0">
                          <a:effectLst/>
                        </a:rPr>
                        <a:t>2</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586499473"/>
                  </a:ext>
                </a:extLst>
              </a:tr>
              <a:tr h="576517">
                <a:tc>
                  <a:txBody>
                    <a:bodyPr/>
                    <a:lstStyle/>
                    <a:p>
                      <a:pPr marL="0" marR="0" algn="ctr">
                        <a:spcBef>
                          <a:spcPts val="0"/>
                        </a:spcBef>
                        <a:spcAft>
                          <a:spcPts val="0"/>
                        </a:spcAft>
                      </a:pPr>
                      <a:r>
                        <a:rPr lang="en-US" sz="1600" b="1">
                          <a:effectLst/>
                        </a:rPr>
                        <a:t>F</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1P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2</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9</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11</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0</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a:effectLst/>
                        </a:rPr>
                        <a:t> </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ctr">
                        <a:spcBef>
                          <a:spcPts val="0"/>
                        </a:spcBef>
                        <a:spcAft>
                          <a:spcPts val="0"/>
                        </a:spcAft>
                      </a:pPr>
                      <a:r>
                        <a:rPr lang="en-US" sz="1600" b="1" dirty="0">
                          <a:effectLst/>
                        </a:rPr>
                        <a:t>1</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tc>
                  <a:txBody>
                    <a:bodyPr/>
                    <a:lstStyle/>
                    <a:p>
                      <a:pPr marL="0" marR="0" algn="ctr">
                        <a:spcBef>
                          <a:spcPts val="0"/>
                        </a:spcBef>
                        <a:spcAft>
                          <a:spcPts val="0"/>
                        </a:spcAft>
                      </a:pPr>
                      <a:r>
                        <a:rPr lang="en-US" sz="1600" b="1" dirty="0">
                          <a:effectLst/>
                        </a:rPr>
                        <a:t>1</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solidFill>
                      <a:schemeClr val="bg2">
                        <a:lumMod val="75000"/>
                      </a:schemeClr>
                    </a:solidFill>
                  </a:tcPr>
                </a:tc>
                <a:extLst>
                  <a:ext uri="{0D108BD9-81ED-4DB2-BD59-A6C34878D82A}">
                    <a16:rowId xmlns:a16="http://schemas.microsoft.com/office/drawing/2014/main" val="1091824203"/>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323906374"/>
              </p:ext>
            </p:extLst>
          </p:nvPr>
        </p:nvGraphicFramePr>
        <p:xfrm>
          <a:off x="1123413" y="5774400"/>
          <a:ext cx="7458885" cy="836024"/>
        </p:xfrm>
        <a:graphic>
          <a:graphicData uri="http://schemas.openxmlformats.org/drawingml/2006/table">
            <a:tbl>
              <a:tblPr firstRow="1" firstCol="1" bandRow="1">
                <a:tableStyleId>{5C22544A-7EE6-4342-B048-85BDC9FD1C3A}</a:tableStyleId>
              </a:tblPr>
              <a:tblGrid>
                <a:gridCol w="2619952">
                  <a:extLst>
                    <a:ext uri="{9D8B030D-6E8A-4147-A177-3AD203B41FA5}">
                      <a16:colId xmlns:a16="http://schemas.microsoft.com/office/drawing/2014/main" val="3535606807"/>
                    </a:ext>
                  </a:extLst>
                </a:gridCol>
                <a:gridCol w="492095">
                  <a:extLst>
                    <a:ext uri="{9D8B030D-6E8A-4147-A177-3AD203B41FA5}">
                      <a16:colId xmlns:a16="http://schemas.microsoft.com/office/drawing/2014/main" val="851937119"/>
                    </a:ext>
                  </a:extLst>
                </a:gridCol>
                <a:gridCol w="410079">
                  <a:extLst>
                    <a:ext uri="{9D8B030D-6E8A-4147-A177-3AD203B41FA5}">
                      <a16:colId xmlns:a16="http://schemas.microsoft.com/office/drawing/2014/main" val="1337767261"/>
                    </a:ext>
                  </a:extLst>
                </a:gridCol>
                <a:gridCol w="410079">
                  <a:extLst>
                    <a:ext uri="{9D8B030D-6E8A-4147-A177-3AD203B41FA5}">
                      <a16:colId xmlns:a16="http://schemas.microsoft.com/office/drawing/2014/main" val="109541631"/>
                    </a:ext>
                  </a:extLst>
                </a:gridCol>
                <a:gridCol w="492095">
                  <a:extLst>
                    <a:ext uri="{9D8B030D-6E8A-4147-A177-3AD203B41FA5}">
                      <a16:colId xmlns:a16="http://schemas.microsoft.com/office/drawing/2014/main" val="2653966431"/>
                    </a:ext>
                  </a:extLst>
                </a:gridCol>
                <a:gridCol w="410079">
                  <a:extLst>
                    <a:ext uri="{9D8B030D-6E8A-4147-A177-3AD203B41FA5}">
                      <a16:colId xmlns:a16="http://schemas.microsoft.com/office/drawing/2014/main" val="3502332935"/>
                    </a:ext>
                  </a:extLst>
                </a:gridCol>
                <a:gridCol w="492095">
                  <a:extLst>
                    <a:ext uri="{9D8B030D-6E8A-4147-A177-3AD203B41FA5}">
                      <a16:colId xmlns:a16="http://schemas.microsoft.com/office/drawing/2014/main" val="1132260521"/>
                    </a:ext>
                  </a:extLst>
                </a:gridCol>
                <a:gridCol w="410079">
                  <a:extLst>
                    <a:ext uri="{9D8B030D-6E8A-4147-A177-3AD203B41FA5}">
                      <a16:colId xmlns:a16="http://schemas.microsoft.com/office/drawing/2014/main" val="2070763651"/>
                    </a:ext>
                  </a:extLst>
                </a:gridCol>
                <a:gridCol w="492095">
                  <a:extLst>
                    <a:ext uri="{9D8B030D-6E8A-4147-A177-3AD203B41FA5}">
                      <a16:colId xmlns:a16="http://schemas.microsoft.com/office/drawing/2014/main" val="771245037"/>
                    </a:ext>
                  </a:extLst>
                </a:gridCol>
                <a:gridCol w="410079">
                  <a:extLst>
                    <a:ext uri="{9D8B030D-6E8A-4147-A177-3AD203B41FA5}">
                      <a16:colId xmlns:a16="http://schemas.microsoft.com/office/drawing/2014/main" val="127830316"/>
                    </a:ext>
                  </a:extLst>
                </a:gridCol>
                <a:gridCol w="410079">
                  <a:extLst>
                    <a:ext uri="{9D8B030D-6E8A-4147-A177-3AD203B41FA5}">
                      <a16:colId xmlns:a16="http://schemas.microsoft.com/office/drawing/2014/main" val="2503067527"/>
                    </a:ext>
                  </a:extLst>
                </a:gridCol>
                <a:gridCol w="410079">
                  <a:extLst>
                    <a:ext uri="{9D8B030D-6E8A-4147-A177-3AD203B41FA5}">
                      <a16:colId xmlns:a16="http://schemas.microsoft.com/office/drawing/2014/main" val="4052081356"/>
                    </a:ext>
                  </a:extLst>
                </a:gridCol>
              </a:tblGrid>
              <a:tr h="418012">
                <a:tc>
                  <a:txBody>
                    <a:bodyPr/>
                    <a:lstStyle/>
                    <a:p>
                      <a:pPr marL="0" marR="0" algn="just">
                        <a:lnSpc>
                          <a:spcPct val="107000"/>
                        </a:lnSpc>
                        <a:spcBef>
                          <a:spcPts val="0"/>
                        </a:spcBef>
                        <a:spcAft>
                          <a:spcPts val="800"/>
                        </a:spcAft>
                      </a:pPr>
                      <a:r>
                        <a:rPr lang="en-US" sz="1600" b="1" dirty="0">
                          <a:solidFill>
                            <a:schemeClr val="bg1">
                              <a:lumMod val="95000"/>
                              <a:lumOff val="5000"/>
                            </a:schemeClr>
                          </a:solidFill>
                          <a:effectLst/>
                        </a:rPr>
                        <a:t>Total resources load</a:t>
                      </a:r>
                      <a:endParaRPr lang="en-US" sz="1600" b="1" dirty="0">
                        <a:solidFill>
                          <a:schemeClr val="bg1">
                            <a:lumMod val="95000"/>
                            <a:lumOff val="5000"/>
                          </a:schemeClr>
                        </a:solidFill>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2P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3P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3P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3P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1P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3P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3P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3P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3P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1P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1P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1171081250"/>
                  </a:ext>
                </a:extLst>
              </a:tr>
              <a:tr h="418012">
                <a:tc>
                  <a:txBody>
                    <a:bodyPr/>
                    <a:lstStyle/>
                    <a:p>
                      <a:pPr marL="0" marR="0" algn="just">
                        <a:lnSpc>
                          <a:spcPct val="107000"/>
                        </a:lnSpc>
                        <a:spcBef>
                          <a:spcPts val="0"/>
                        </a:spcBef>
                        <a:spcAft>
                          <a:spcPts val="800"/>
                        </a:spcAft>
                      </a:pPr>
                      <a:r>
                        <a:rPr lang="en-US" sz="1600" b="1" dirty="0">
                          <a:solidFill>
                            <a:schemeClr val="bg1">
                              <a:lumMod val="95000"/>
                              <a:lumOff val="5000"/>
                            </a:schemeClr>
                          </a:solidFill>
                          <a:effectLst/>
                        </a:rPr>
                        <a:t>Resources Available</a:t>
                      </a:r>
                      <a:endParaRPr lang="en-US" sz="1600" b="1" dirty="0">
                        <a:solidFill>
                          <a:schemeClr val="bg1">
                            <a:lumMod val="95000"/>
                            <a:lumOff val="5000"/>
                          </a:schemeClr>
                        </a:solidFill>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3P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3P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3P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3P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3P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3P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3P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3P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3P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a:effectLst/>
                        </a:rPr>
                        <a:t>3P</a:t>
                      </a:r>
                      <a:endParaRPr lang="en-US" sz="1600" b="1">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800"/>
                        </a:spcAft>
                      </a:pPr>
                      <a:r>
                        <a:rPr lang="en-US" sz="1600" b="1" dirty="0">
                          <a:effectLst/>
                        </a:rPr>
                        <a:t>3P</a:t>
                      </a:r>
                      <a:endParaRPr lang="en-US" sz="1600" b="1" dirty="0">
                        <a:effectLst/>
                        <a:latin typeface="Calibri" panose="020F0502020204030204" pitchFamily="34" charset="0"/>
                        <a:ea typeface="Times New Roman" panose="02020603050405020304" pitchFamily="18" charset="0"/>
                        <a:cs typeface="Arial" panose="020B0604020202020204" pitchFamily="34" charset="0"/>
                      </a:endParaRPr>
                    </a:p>
                  </a:txBody>
                  <a:tcPr marL="68580" marR="68580" marT="0" marB="0"/>
                </a:tc>
                <a:extLst>
                  <a:ext uri="{0D108BD9-81ED-4DB2-BD59-A6C34878D82A}">
                    <a16:rowId xmlns:a16="http://schemas.microsoft.com/office/drawing/2014/main" val="3285752051"/>
                  </a:ext>
                </a:extLst>
              </a:tr>
            </a:tbl>
          </a:graphicData>
        </a:graphic>
      </p:graphicFrame>
    </p:spTree>
    <p:extLst>
      <p:ext uri="{BB962C8B-B14F-4D97-AF65-F5344CB8AC3E}">
        <p14:creationId xmlns:p14="http://schemas.microsoft.com/office/powerpoint/2010/main" val="91635173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Budget Baseline</a:t>
            </a:r>
            <a:endParaRPr lang="ar-EG" b="1"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596812206"/>
              </p:ext>
            </p:extLst>
          </p:nvPr>
        </p:nvGraphicFramePr>
        <p:xfrm>
          <a:off x="7754847" y="2268469"/>
          <a:ext cx="3826510" cy="2141855"/>
        </p:xfrm>
        <a:graphic>
          <a:graphicData uri="http://schemas.openxmlformats.org/drawingml/2006/table">
            <a:tbl>
              <a:tblPr firstRow="1" firstCol="1" bandRow="1">
                <a:tableStyleId>{3C2FFA5D-87B4-456A-9821-1D502468CF0F}</a:tableStyleId>
              </a:tblPr>
              <a:tblGrid>
                <a:gridCol w="760730">
                  <a:extLst>
                    <a:ext uri="{9D8B030D-6E8A-4147-A177-3AD203B41FA5}">
                      <a16:colId xmlns:a16="http://schemas.microsoft.com/office/drawing/2014/main" val="3007511169"/>
                    </a:ext>
                  </a:extLst>
                </a:gridCol>
                <a:gridCol w="766445">
                  <a:extLst>
                    <a:ext uri="{9D8B030D-6E8A-4147-A177-3AD203B41FA5}">
                      <a16:colId xmlns:a16="http://schemas.microsoft.com/office/drawing/2014/main" val="4261665915"/>
                    </a:ext>
                  </a:extLst>
                </a:gridCol>
                <a:gridCol w="766445">
                  <a:extLst>
                    <a:ext uri="{9D8B030D-6E8A-4147-A177-3AD203B41FA5}">
                      <a16:colId xmlns:a16="http://schemas.microsoft.com/office/drawing/2014/main" val="1890134421"/>
                    </a:ext>
                  </a:extLst>
                </a:gridCol>
                <a:gridCol w="766445">
                  <a:extLst>
                    <a:ext uri="{9D8B030D-6E8A-4147-A177-3AD203B41FA5}">
                      <a16:colId xmlns:a16="http://schemas.microsoft.com/office/drawing/2014/main" val="4114285372"/>
                    </a:ext>
                  </a:extLst>
                </a:gridCol>
                <a:gridCol w="766445">
                  <a:extLst>
                    <a:ext uri="{9D8B030D-6E8A-4147-A177-3AD203B41FA5}">
                      <a16:colId xmlns:a16="http://schemas.microsoft.com/office/drawing/2014/main" val="2116796072"/>
                    </a:ext>
                  </a:extLst>
                </a:gridCol>
              </a:tblGrid>
              <a:tr h="299720">
                <a:tc>
                  <a:txBody>
                    <a:bodyPr/>
                    <a:lstStyle/>
                    <a:p>
                      <a:pPr marL="0" marR="0" algn="l">
                        <a:lnSpc>
                          <a:spcPct val="107000"/>
                        </a:lnSpc>
                        <a:spcBef>
                          <a:spcPts val="0"/>
                        </a:spcBef>
                        <a:spcAft>
                          <a:spcPts val="0"/>
                        </a:spcAft>
                      </a:pPr>
                      <a:r>
                        <a:rPr lang="en-US" sz="1400" b="1" dirty="0">
                          <a:effectLst/>
                        </a:rPr>
                        <a:t>   ID</a:t>
                      </a:r>
                      <a:endParaRPr lang="en-US"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dirty="0">
                          <a:effectLst/>
                        </a:rPr>
                        <a:t> </a:t>
                      </a:r>
                      <a:endParaRPr lang="en-US"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026605104"/>
                  </a:ext>
                </a:extLst>
              </a:tr>
              <a:tr h="304800">
                <a:tc>
                  <a:txBody>
                    <a:bodyPr/>
                    <a:lstStyle/>
                    <a:p>
                      <a:pPr marL="0" marR="0" algn="l">
                        <a:lnSpc>
                          <a:spcPct val="107000"/>
                        </a:lnSpc>
                        <a:spcBef>
                          <a:spcPts val="0"/>
                        </a:spcBef>
                        <a:spcAft>
                          <a:spcPts val="0"/>
                        </a:spcAft>
                      </a:pPr>
                      <a:r>
                        <a:rPr lang="en-US" sz="1400" b="1">
                          <a:effectLst/>
                        </a:rPr>
                        <a:t>    A</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089488486"/>
                  </a:ext>
                </a:extLst>
              </a:tr>
              <a:tr h="318135">
                <a:tc>
                  <a:txBody>
                    <a:bodyPr/>
                    <a:lstStyle/>
                    <a:p>
                      <a:pPr marL="0" marR="0" algn="l">
                        <a:lnSpc>
                          <a:spcPct val="107000"/>
                        </a:lnSpc>
                        <a:spcBef>
                          <a:spcPts val="0"/>
                        </a:spcBef>
                        <a:spcAft>
                          <a:spcPts val="0"/>
                        </a:spcAft>
                      </a:pPr>
                      <a:r>
                        <a:rPr lang="en-US" sz="1400" b="1" dirty="0">
                          <a:effectLst/>
                        </a:rPr>
                        <a:t>    B</a:t>
                      </a:r>
                      <a:endParaRPr lang="en-US"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dirty="0">
                          <a:effectLst/>
                        </a:rPr>
                        <a:t>6</a:t>
                      </a:r>
                      <a:endParaRPr lang="en-US"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4</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795566357"/>
                  </a:ext>
                </a:extLst>
              </a:tr>
              <a:tr h="304800">
                <a:tc>
                  <a:txBody>
                    <a:bodyPr/>
                    <a:lstStyle/>
                    <a:p>
                      <a:pPr marL="0" marR="0" algn="l">
                        <a:lnSpc>
                          <a:spcPct val="107000"/>
                        </a:lnSpc>
                        <a:spcBef>
                          <a:spcPts val="0"/>
                        </a:spcBef>
                        <a:spcAft>
                          <a:spcPts val="0"/>
                        </a:spcAft>
                      </a:pPr>
                      <a:r>
                        <a:rPr lang="en-US" sz="1400" b="1">
                          <a:effectLst/>
                        </a:rPr>
                        <a:t>    C</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dirty="0">
                          <a:effectLst/>
                        </a:rPr>
                        <a:t>10</a:t>
                      </a:r>
                      <a:endParaRPr lang="en-US"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10</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8</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14646482"/>
                  </a:ext>
                </a:extLst>
              </a:tr>
              <a:tr h="304800">
                <a:tc>
                  <a:txBody>
                    <a:bodyPr/>
                    <a:lstStyle/>
                    <a:p>
                      <a:pPr marL="0" marR="0" algn="l">
                        <a:lnSpc>
                          <a:spcPct val="107000"/>
                        </a:lnSpc>
                        <a:spcBef>
                          <a:spcPts val="0"/>
                        </a:spcBef>
                        <a:spcAft>
                          <a:spcPts val="0"/>
                        </a:spcAft>
                      </a:pPr>
                      <a:r>
                        <a:rPr lang="en-US" sz="1400" b="1">
                          <a:effectLst/>
                        </a:rPr>
                        <a:t>    D</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dirty="0">
                          <a:effectLst/>
                        </a:rPr>
                        <a:t>5</a:t>
                      </a:r>
                      <a:endParaRPr lang="en-US"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10</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526234276"/>
                  </a:ext>
                </a:extLst>
              </a:tr>
              <a:tr h="304800">
                <a:tc>
                  <a:txBody>
                    <a:bodyPr/>
                    <a:lstStyle/>
                    <a:p>
                      <a:pPr marL="0" marR="0" algn="l">
                        <a:lnSpc>
                          <a:spcPct val="107000"/>
                        </a:lnSpc>
                        <a:spcBef>
                          <a:spcPts val="0"/>
                        </a:spcBef>
                        <a:spcAft>
                          <a:spcPts val="0"/>
                        </a:spcAft>
                      </a:pPr>
                      <a:r>
                        <a:rPr lang="en-US" sz="1400" b="1">
                          <a:effectLst/>
                        </a:rPr>
                        <a:t>    E</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2</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3</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2</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4</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477114620"/>
                  </a:ext>
                </a:extLst>
              </a:tr>
              <a:tr h="304800">
                <a:tc>
                  <a:txBody>
                    <a:bodyPr/>
                    <a:lstStyle/>
                    <a:p>
                      <a:pPr marL="0" marR="0" algn="l">
                        <a:lnSpc>
                          <a:spcPct val="107000"/>
                        </a:lnSpc>
                        <a:spcBef>
                          <a:spcPts val="0"/>
                        </a:spcBef>
                        <a:spcAft>
                          <a:spcPts val="0"/>
                        </a:spcAft>
                      </a:pPr>
                      <a:r>
                        <a:rPr lang="en-US" sz="1400" b="1">
                          <a:effectLst/>
                        </a:rPr>
                        <a:t>    F</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10</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10</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dirty="0">
                          <a:effectLst/>
                        </a:rPr>
                        <a:t> </a:t>
                      </a:r>
                      <a:endParaRPr lang="en-US"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123844290"/>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1558068843"/>
              </p:ext>
            </p:extLst>
          </p:nvPr>
        </p:nvGraphicFramePr>
        <p:xfrm>
          <a:off x="246561" y="3339396"/>
          <a:ext cx="6381115" cy="3246029"/>
        </p:xfrm>
        <a:graphic>
          <a:graphicData uri="http://schemas.openxmlformats.org/drawingml/2006/table">
            <a:tbl>
              <a:tblPr firstRow="1" firstCol="1" bandRow="1">
                <a:tableStyleId>{3C2FFA5D-87B4-456A-9821-1D502468CF0F}</a:tableStyleId>
              </a:tblPr>
              <a:tblGrid>
                <a:gridCol w="1550035">
                  <a:extLst>
                    <a:ext uri="{9D8B030D-6E8A-4147-A177-3AD203B41FA5}">
                      <a16:colId xmlns:a16="http://schemas.microsoft.com/office/drawing/2014/main" val="206041627"/>
                    </a:ext>
                  </a:extLst>
                </a:gridCol>
                <a:gridCol w="756920">
                  <a:extLst>
                    <a:ext uri="{9D8B030D-6E8A-4147-A177-3AD203B41FA5}">
                      <a16:colId xmlns:a16="http://schemas.microsoft.com/office/drawing/2014/main" val="79436444"/>
                    </a:ext>
                  </a:extLst>
                </a:gridCol>
                <a:gridCol w="373380">
                  <a:extLst>
                    <a:ext uri="{9D8B030D-6E8A-4147-A177-3AD203B41FA5}">
                      <a16:colId xmlns:a16="http://schemas.microsoft.com/office/drawing/2014/main" val="566068164"/>
                    </a:ext>
                  </a:extLst>
                </a:gridCol>
                <a:gridCol w="357505">
                  <a:extLst>
                    <a:ext uri="{9D8B030D-6E8A-4147-A177-3AD203B41FA5}">
                      <a16:colId xmlns:a16="http://schemas.microsoft.com/office/drawing/2014/main" val="3341300211"/>
                    </a:ext>
                  </a:extLst>
                </a:gridCol>
                <a:gridCol w="357505">
                  <a:extLst>
                    <a:ext uri="{9D8B030D-6E8A-4147-A177-3AD203B41FA5}">
                      <a16:colId xmlns:a16="http://schemas.microsoft.com/office/drawing/2014/main" val="3554064880"/>
                    </a:ext>
                  </a:extLst>
                </a:gridCol>
                <a:gridCol w="362585">
                  <a:extLst>
                    <a:ext uri="{9D8B030D-6E8A-4147-A177-3AD203B41FA5}">
                      <a16:colId xmlns:a16="http://schemas.microsoft.com/office/drawing/2014/main" val="2198995766"/>
                    </a:ext>
                  </a:extLst>
                </a:gridCol>
                <a:gridCol w="362585">
                  <a:extLst>
                    <a:ext uri="{9D8B030D-6E8A-4147-A177-3AD203B41FA5}">
                      <a16:colId xmlns:a16="http://schemas.microsoft.com/office/drawing/2014/main" val="2766236007"/>
                    </a:ext>
                  </a:extLst>
                </a:gridCol>
                <a:gridCol w="362585">
                  <a:extLst>
                    <a:ext uri="{9D8B030D-6E8A-4147-A177-3AD203B41FA5}">
                      <a16:colId xmlns:a16="http://schemas.microsoft.com/office/drawing/2014/main" val="1713849792"/>
                    </a:ext>
                  </a:extLst>
                </a:gridCol>
                <a:gridCol w="362585">
                  <a:extLst>
                    <a:ext uri="{9D8B030D-6E8A-4147-A177-3AD203B41FA5}">
                      <a16:colId xmlns:a16="http://schemas.microsoft.com/office/drawing/2014/main" val="984892476"/>
                    </a:ext>
                  </a:extLst>
                </a:gridCol>
                <a:gridCol w="362585">
                  <a:extLst>
                    <a:ext uri="{9D8B030D-6E8A-4147-A177-3AD203B41FA5}">
                      <a16:colId xmlns:a16="http://schemas.microsoft.com/office/drawing/2014/main" val="1340456933"/>
                    </a:ext>
                  </a:extLst>
                </a:gridCol>
                <a:gridCol w="362585">
                  <a:extLst>
                    <a:ext uri="{9D8B030D-6E8A-4147-A177-3AD203B41FA5}">
                      <a16:colId xmlns:a16="http://schemas.microsoft.com/office/drawing/2014/main" val="1814433023"/>
                    </a:ext>
                  </a:extLst>
                </a:gridCol>
                <a:gridCol w="362585">
                  <a:extLst>
                    <a:ext uri="{9D8B030D-6E8A-4147-A177-3AD203B41FA5}">
                      <a16:colId xmlns:a16="http://schemas.microsoft.com/office/drawing/2014/main" val="800575802"/>
                    </a:ext>
                  </a:extLst>
                </a:gridCol>
                <a:gridCol w="447675">
                  <a:extLst>
                    <a:ext uri="{9D8B030D-6E8A-4147-A177-3AD203B41FA5}">
                      <a16:colId xmlns:a16="http://schemas.microsoft.com/office/drawing/2014/main" val="1964106252"/>
                    </a:ext>
                  </a:extLst>
                </a:gridCol>
              </a:tblGrid>
              <a:tr h="348683">
                <a:tc>
                  <a:txBody>
                    <a:bodyPr/>
                    <a:lstStyle/>
                    <a:p>
                      <a:pPr marL="0" marR="0" algn="ctr">
                        <a:lnSpc>
                          <a:spcPct val="107000"/>
                        </a:lnSpc>
                        <a:spcBef>
                          <a:spcPts val="0"/>
                        </a:spcBef>
                        <a:spcAft>
                          <a:spcPts val="0"/>
                        </a:spcAft>
                      </a:pPr>
                      <a:r>
                        <a:rPr lang="en-US" sz="1400" b="1">
                          <a:effectLst/>
                        </a:rPr>
                        <a:t>ID</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Bef>
                          <a:spcPts val="0"/>
                        </a:spcBef>
                        <a:spcAft>
                          <a:spcPts val="0"/>
                        </a:spcAft>
                      </a:pPr>
                      <a:r>
                        <a:rPr lang="en-US" sz="1400" b="1">
                          <a:effectLst/>
                        </a:rPr>
                        <a:t>Budget</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l">
                        <a:lnSpc>
                          <a:spcPct val="107000"/>
                        </a:lnSpc>
                        <a:spcBef>
                          <a:spcPts val="0"/>
                        </a:spcBef>
                        <a:spcAft>
                          <a:spcPts val="0"/>
                        </a:spcAft>
                      </a:pPr>
                      <a:r>
                        <a:rPr lang="en-US" sz="1400" b="1" dirty="0">
                          <a:effectLst/>
                        </a:rPr>
                        <a:t> 1</a:t>
                      </a:r>
                      <a:endParaRPr lang="en-US"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Bef>
                          <a:spcPts val="0"/>
                        </a:spcBef>
                        <a:spcAft>
                          <a:spcPts val="0"/>
                        </a:spcAft>
                      </a:pPr>
                      <a:r>
                        <a:rPr lang="en-US" sz="1400" b="1">
                          <a:effectLst/>
                        </a:rPr>
                        <a:t>2</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Bef>
                          <a:spcPts val="0"/>
                        </a:spcBef>
                        <a:spcAft>
                          <a:spcPts val="0"/>
                        </a:spcAft>
                      </a:pPr>
                      <a:r>
                        <a:rPr lang="en-US" sz="1400" b="1">
                          <a:effectLst/>
                        </a:rPr>
                        <a:t>3</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Bef>
                          <a:spcPts val="0"/>
                        </a:spcBef>
                        <a:spcAft>
                          <a:spcPts val="0"/>
                        </a:spcAft>
                      </a:pPr>
                      <a:r>
                        <a:rPr lang="en-US" sz="1400" b="1">
                          <a:effectLst/>
                        </a:rPr>
                        <a:t>4</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Bef>
                          <a:spcPts val="0"/>
                        </a:spcBef>
                        <a:spcAft>
                          <a:spcPts val="0"/>
                        </a:spcAft>
                      </a:pPr>
                      <a:r>
                        <a:rPr lang="en-US" sz="1400" b="1">
                          <a:effectLst/>
                        </a:rPr>
                        <a:t>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Bef>
                          <a:spcPts val="0"/>
                        </a:spcBef>
                        <a:spcAft>
                          <a:spcPts val="0"/>
                        </a:spcAft>
                      </a:pPr>
                      <a:r>
                        <a:rPr lang="en-US" sz="1400" b="1">
                          <a:effectLst/>
                        </a:rPr>
                        <a:t>6</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Bef>
                          <a:spcPts val="0"/>
                        </a:spcBef>
                        <a:spcAft>
                          <a:spcPts val="0"/>
                        </a:spcAft>
                      </a:pPr>
                      <a:r>
                        <a:rPr lang="en-US" sz="1400" b="1">
                          <a:effectLst/>
                        </a:rPr>
                        <a:t>7</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Bef>
                          <a:spcPts val="0"/>
                        </a:spcBef>
                        <a:spcAft>
                          <a:spcPts val="0"/>
                        </a:spcAft>
                      </a:pPr>
                      <a:r>
                        <a:rPr lang="en-US" sz="1400" b="1">
                          <a:effectLst/>
                        </a:rPr>
                        <a:t>8</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Bef>
                          <a:spcPts val="0"/>
                        </a:spcBef>
                        <a:spcAft>
                          <a:spcPts val="0"/>
                        </a:spcAft>
                      </a:pPr>
                      <a:r>
                        <a:rPr lang="en-US" sz="1400" b="1">
                          <a:effectLst/>
                        </a:rPr>
                        <a:t>9</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Bef>
                          <a:spcPts val="0"/>
                        </a:spcBef>
                        <a:spcAft>
                          <a:spcPts val="0"/>
                        </a:spcAft>
                      </a:pPr>
                      <a:r>
                        <a:rPr lang="en-US" sz="1400" b="1">
                          <a:effectLst/>
                        </a:rPr>
                        <a:t>10</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ctr">
                        <a:lnSpc>
                          <a:spcPct val="107000"/>
                        </a:lnSpc>
                        <a:spcBef>
                          <a:spcPts val="0"/>
                        </a:spcBef>
                        <a:spcAft>
                          <a:spcPts val="0"/>
                        </a:spcAft>
                      </a:pPr>
                      <a:r>
                        <a:rPr lang="en-US" sz="1400" b="1">
                          <a:effectLst/>
                        </a:rPr>
                        <a:t>11</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161453590"/>
                  </a:ext>
                </a:extLst>
              </a:tr>
              <a:tr h="348683">
                <a:tc>
                  <a:txBody>
                    <a:bodyPr/>
                    <a:lstStyle/>
                    <a:p>
                      <a:pPr marL="0" marR="0" algn="just">
                        <a:lnSpc>
                          <a:spcPct val="107000"/>
                        </a:lnSpc>
                        <a:spcBef>
                          <a:spcPts val="0"/>
                        </a:spcBef>
                        <a:spcAft>
                          <a:spcPts val="0"/>
                        </a:spcAft>
                      </a:pPr>
                      <a:r>
                        <a:rPr lang="en-US" sz="1400" b="1">
                          <a:effectLst/>
                        </a:rPr>
                        <a:t>                  A</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dirty="0">
                          <a:effectLst/>
                        </a:rPr>
                        <a:t> </a:t>
                      </a:r>
                      <a:endParaRPr lang="en-US"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658100345"/>
                  </a:ext>
                </a:extLst>
              </a:tr>
              <a:tr h="348683">
                <a:tc>
                  <a:txBody>
                    <a:bodyPr/>
                    <a:lstStyle/>
                    <a:p>
                      <a:pPr marL="0" marR="0" algn="just">
                        <a:lnSpc>
                          <a:spcPct val="107000"/>
                        </a:lnSpc>
                        <a:spcBef>
                          <a:spcPts val="0"/>
                        </a:spcBef>
                        <a:spcAft>
                          <a:spcPts val="0"/>
                        </a:spcAft>
                      </a:pPr>
                      <a:r>
                        <a:rPr lang="en-US" sz="1400" b="1">
                          <a:effectLst/>
                        </a:rPr>
                        <a:t>                  B</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15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dirty="0">
                          <a:effectLst/>
                        </a:rPr>
                        <a:t> </a:t>
                      </a:r>
                      <a:endParaRPr lang="en-US"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6</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4</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62059262"/>
                  </a:ext>
                </a:extLst>
              </a:tr>
              <a:tr h="348683">
                <a:tc>
                  <a:txBody>
                    <a:bodyPr/>
                    <a:lstStyle/>
                    <a:p>
                      <a:pPr marL="0" marR="0" algn="just">
                        <a:lnSpc>
                          <a:spcPct val="107000"/>
                        </a:lnSpc>
                        <a:spcBef>
                          <a:spcPts val="0"/>
                        </a:spcBef>
                        <a:spcAft>
                          <a:spcPts val="0"/>
                        </a:spcAft>
                      </a:pPr>
                      <a:r>
                        <a:rPr lang="en-US" sz="1400" b="1">
                          <a:effectLst/>
                        </a:rPr>
                        <a:t>                  C</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33</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10</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10</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8</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671338500"/>
                  </a:ext>
                </a:extLst>
              </a:tr>
              <a:tr h="348683">
                <a:tc>
                  <a:txBody>
                    <a:bodyPr/>
                    <a:lstStyle/>
                    <a:p>
                      <a:pPr marL="0" marR="0" algn="just">
                        <a:lnSpc>
                          <a:spcPct val="107000"/>
                        </a:lnSpc>
                        <a:spcBef>
                          <a:spcPts val="0"/>
                        </a:spcBef>
                        <a:spcAft>
                          <a:spcPts val="0"/>
                        </a:spcAft>
                      </a:pPr>
                      <a:r>
                        <a:rPr lang="en-US" sz="1400" b="1">
                          <a:effectLst/>
                        </a:rPr>
                        <a:t>                  D</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25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10</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32285168"/>
                  </a:ext>
                </a:extLst>
              </a:tr>
              <a:tr h="348683">
                <a:tc>
                  <a:txBody>
                    <a:bodyPr/>
                    <a:lstStyle/>
                    <a:p>
                      <a:pPr marL="0" marR="0" algn="just">
                        <a:lnSpc>
                          <a:spcPct val="107000"/>
                        </a:lnSpc>
                        <a:spcBef>
                          <a:spcPts val="0"/>
                        </a:spcBef>
                        <a:spcAft>
                          <a:spcPts val="0"/>
                        </a:spcAft>
                      </a:pPr>
                      <a:r>
                        <a:rPr lang="en-US" sz="1400" b="1">
                          <a:effectLst/>
                        </a:rPr>
                        <a:t>                  E</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11</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2</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3</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2</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4</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81913015"/>
                  </a:ext>
                </a:extLst>
              </a:tr>
              <a:tr h="348683">
                <a:tc>
                  <a:txBody>
                    <a:bodyPr/>
                    <a:lstStyle/>
                    <a:p>
                      <a:pPr marL="0" marR="0" algn="just">
                        <a:lnSpc>
                          <a:spcPct val="107000"/>
                        </a:lnSpc>
                        <a:spcBef>
                          <a:spcPts val="0"/>
                        </a:spcBef>
                        <a:spcAft>
                          <a:spcPts val="0"/>
                        </a:spcAft>
                      </a:pPr>
                      <a:r>
                        <a:rPr lang="en-US" sz="1400" b="1">
                          <a:effectLst/>
                        </a:rPr>
                        <a:t>                  F</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20</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 </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10</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10</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356553471"/>
                  </a:ext>
                </a:extLst>
              </a:tr>
              <a:tr h="348683">
                <a:tc>
                  <a:txBody>
                    <a:bodyPr/>
                    <a:lstStyle/>
                    <a:p>
                      <a:pPr marL="0" marR="0" algn="l">
                        <a:lnSpc>
                          <a:spcPct val="107000"/>
                        </a:lnSpc>
                        <a:spcBef>
                          <a:spcPts val="0"/>
                        </a:spcBef>
                        <a:spcAft>
                          <a:spcPts val="0"/>
                        </a:spcAft>
                      </a:pPr>
                      <a:r>
                        <a:rPr lang="en-US" sz="1400" b="1">
                          <a:effectLst/>
                        </a:rPr>
                        <a:t>Total</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dirty="0">
                          <a:effectLst/>
                        </a:rPr>
                        <a:t>   </a:t>
                      </a:r>
                      <a:r>
                        <a:rPr lang="en-US" sz="1400" b="1" dirty="0" smtClean="0">
                          <a:effectLst/>
                        </a:rPr>
                        <a:t>109$</a:t>
                      </a:r>
                      <a:endParaRPr lang="en-US"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11</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9</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10</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20</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12</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11</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7</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4</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10</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10</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498871780"/>
                  </a:ext>
                </a:extLst>
              </a:tr>
              <a:tr h="348683">
                <a:tc gridSpan="2">
                  <a:txBody>
                    <a:bodyPr/>
                    <a:lstStyle/>
                    <a:p>
                      <a:pPr marL="0" marR="0" algn="l">
                        <a:lnSpc>
                          <a:spcPct val="107000"/>
                        </a:lnSpc>
                        <a:spcBef>
                          <a:spcPts val="0"/>
                        </a:spcBef>
                        <a:spcAft>
                          <a:spcPts val="0"/>
                        </a:spcAft>
                      </a:pPr>
                      <a:r>
                        <a:rPr lang="en-US" sz="1400" b="1">
                          <a:effectLst/>
                        </a:rPr>
                        <a:t>Commutative</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hMerge="1">
                  <a:txBody>
                    <a:bodyPr/>
                    <a:lstStyle/>
                    <a:p>
                      <a:pPr rtl="1"/>
                      <a:endParaRPr lang="ar-EG"/>
                    </a:p>
                  </a:txBody>
                  <a:tcPr/>
                </a:tc>
                <a:tc>
                  <a:txBody>
                    <a:bodyPr/>
                    <a:lstStyle/>
                    <a:p>
                      <a:pPr marL="0" marR="0" algn="just">
                        <a:lnSpc>
                          <a:spcPct val="107000"/>
                        </a:lnSpc>
                        <a:spcBef>
                          <a:spcPts val="0"/>
                        </a:spcBef>
                        <a:spcAft>
                          <a:spcPts val="0"/>
                        </a:spcAft>
                      </a:pPr>
                      <a:r>
                        <a:rPr lang="en-US" sz="1400" b="1">
                          <a:effectLst/>
                        </a:rPr>
                        <a:t>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16</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25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35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55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67</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78</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85</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89</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a:effectLst/>
                        </a:rPr>
                        <a:t>99</a:t>
                      </a:r>
                      <a:endParaRPr lang="en-US" sz="1400" b="1">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tc>
                  <a:txBody>
                    <a:bodyPr/>
                    <a:lstStyle/>
                    <a:p>
                      <a:pPr marL="0" marR="0" algn="just">
                        <a:lnSpc>
                          <a:spcPct val="107000"/>
                        </a:lnSpc>
                        <a:spcBef>
                          <a:spcPts val="0"/>
                        </a:spcBef>
                        <a:spcAft>
                          <a:spcPts val="0"/>
                        </a:spcAft>
                      </a:pPr>
                      <a:r>
                        <a:rPr lang="en-US" sz="1400" b="1" dirty="0">
                          <a:effectLst/>
                        </a:rPr>
                        <a:t>109</a:t>
                      </a:r>
                      <a:endParaRPr lang="en-US" sz="1400" b="1"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tc>
                <a:extLst>
                  <a:ext uri="{0D108BD9-81ED-4DB2-BD59-A6C34878D82A}">
                    <a16:rowId xmlns:a16="http://schemas.microsoft.com/office/drawing/2014/main" val="2729452666"/>
                  </a:ext>
                </a:extLst>
              </a:tr>
            </a:tbl>
          </a:graphicData>
        </a:graphic>
      </p:graphicFrame>
    </p:spTree>
    <p:extLst>
      <p:ext uri="{BB962C8B-B14F-4D97-AF65-F5344CB8AC3E}">
        <p14:creationId xmlns:p14="http://schemas.microsoft.com/office/powerpoint/2010/main" val="25941621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Risks Management and Monitoring</a:t>
            </a:r>
            <a:endParaRPr lang="ar-EG" b="1" dirty="0"/>
          </a:p>
        </p:txBody>
      </p:sp>
      <p:sp>
        <p:nvSpPr>
          <p:cNvPr id="3" name="Content Placeholder 2"/>
          <p:cNvSpPr>
            <a:spLocks noGrp="1"/>
          </p:cNvSpPr>
          <p:nvPr>
            <p:ph idx="1"/>
          </p:nvPr>
        </p:nvSpPr>
        <p:spPr/>
        <p:txBody>
          <a:bodyPr>
            <a:normAutofit/>
          </a:bodyPr>
          <a:lstStyle/>
          <a:p>
            <a:pPr marL="0" indent="0" algn="l">
              <a:buNone/>
            </a:pPr>
            <a:r>
              <a:rPr lang="en-US" dirty="0" smtClean="0">
                <a:solidFill>
                  <a:schemeClr val="bg1"/>
                </a:solidFill>
              </a:rPr>
              <a:t>1-Experts </a:t>
            </a:r>
            <a:r>
              <a:rPr lang="en-US" dirty="0">
                <a:solidFill>
                  <a:schemeClr val="bg1"/>
                </a:solidFill>
              </a:rPr>
              <a:t>believe that this technological development reveals </a:t>
            </a:r>
            <a:r>
              <a:rPr lang="ar-EG" dirty="0" smtClean="0">
                <a:solidFill>
                  <a:schemeClr val="bg1"/>
                </a:solidFill>
              </a:rPr>
              <a:t>    </a:t>
            </a:r>
            <a:r>
              <a:rPr lang="en-US" dirty="0" smtClean="0">
                <a:solidFill>
                  <a:schemeClr val="bg1"/>
                </a:solidFill>
              </a:rPr>
              <a:t>challenges </a:t>
            </a:r>
            <a:r>
              <a:rPr lang="en-US" dirty="0">
                <a:solidFill>
                  <a:schemeClr val="bg1"/>
                </a:solidFill>
              </a:rPr>
              <a:t>and risks facing humans in the future, most notably the fears of penetration and control of humans through electronic chips</a:t>
            </a:r>
            <a:r>
              <a:rPr lang="en-US" dirty="0" smtClean="0">
                <a:solidFill>
                  <a:schemeClr val="bg1"/>
                </a:solidFill>
              </a:rPr>
              <a:t>.</a:t>
            </a:r>
          </a:p>
          <a:p>
            <a:pPr marL="0" indent="0" algn="l">
              <a:buNone/>
            </a:pPr>
            <a:r>
              <a:rPr lang="en-US" dirty="0" smtClean="0">
                <a:solidFill>
                  <a:schemeClr val="bg1"/>
                </a:solidFill>
              </a:rPr>
              <a:t>2-A </a:t>
            </a:r>
            <a:r>
              <a:rPr lang="en-US" dirty="0">
                <a:solidFill>
                  <a:schemeClr val="bg1"/>
                </a:solidFill>
              </a:rPr>
              <a:t>person may turn into a "robot", and he may commit crimes and things that threaten his safety and existence</a:t>
            </a:r>
            <a:r>
              <a:rPr lang="en-US" dirty="0" smtClean="0">
                <a:solidFill>
                  <a:schemeClr val="bg1"/>
                </a:solidFill>
              </a:rPr>
              <a:t>.</a:t>
            </a:r>
          </a:p>
          <a:p>
            <a:pPr marL="0" indent="0" algn="l">
              <a:buNone/>
            </a:pPr>
            <a:r>
              <a:rPr lang="en-US" dirty="0" smtClean="0">
                <a:solidFill>
                  <a:schemeClr val="bg1"/>
                </a:solidFill>
              </a:rPr>
              <a:t>3-This </a:t>
            </a:r>
            <a:r>
              <a:rPr lang="en-US" dirty="0">
                <a:solidFill>
                  <a:schemeClr val="bg1"/>
                </a:solidFill>
              </a:rPr>
              <a:t>may also lead to the imposition of increased control over it, facilitating espionage operations and penetrating the human mind, controlling its thoughts and members, and programming it electronically.</a:t>
            </a:r>
            <a:endParaRPr lang="ar-EG" dirty="0">
              <a:solidFill>
                <a:schemeClr val="bg1"/>
              </a:solidFill>
            </a:endParaRPr>
          </a:p>
        </p:txBody>
      </p:sp>
    </p:spTree>
    <p:extLst>
      <p:ext uri="{BB962C8B-B14F-4D97-AF65-F5344CB8AC3E}">
        <p14:creationId xmlns:p14="http://schemas.microsoft.com/office/powerpoint/2010/main" val="264190279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87680" y="368430"/>
            <a:ext cx="6096000" cy="2895344"/>
          </a:xfrm>
          <a:prstGeom prst="rect">
            <a:avLst/>
          </a:prstGeom>
        </p:spPr>
        <p:txBody>
          <a:bodyPr>
            <a:spAutoFit/>
          </a:bodyPr>
          <a:lstStyle/>
          <a:p>
            <a:pPr rtl="1">
              <a:lnSpc>
                <a:spcPct val="107000"/>
              </a:lnSpc>
              <a:spcAft>
                <a:spcPts val="800"/>
              </a:spcAft>
            </a:pPr>
            <a:r>
              <a:rPr lang="en-US" sz="2400" b="1" u="sng" dirty="0">
                <a:solidFill>
                  <a:schemeClr val="bg1"/>
                </a:solidFill>
                <a:latin typeface="Calibri" panose="020F0502020204030204" pitchFamily="34" charset="0"/>
                <a:ea typeface="Calibri" panose="020F0502020204030204" pitchFamily="34" charset="0"/>
                <a:cs typeface="Arial" panose="020B0604020202020204" pitchFamily="34" charset="0"/>
              </a:rPr>
              <a:t>We can deal with these Risks by</a:t>
            </a:r>
            <a:r>
              <a:rPr lang="en-US" sz="2400" b="1" u="sng" dirty="0" smtClean="0">
                <a:solidFill>
                  <a:schemeClr val="bg1"/>
                </a:solidFill>
                <a:latin typeface="Calibri" panose="020F0502020204030204" pitchFamily="34" charset="0"/>
                <a:ea typeface="Calibri" panose="020F0502020204030204" pitchFamily="34" charset="0"/>
                <a:cs typeface="Arial" panose="020B0604020202020204" pitchFamily="34" charset="0"/>
              </a:rPr>
              <a:t>:</a:t>
            </a:r>
            <a:endParaRPr lang="en-US" sz="2400" dirty="0">
              <a:solidFill>
                <a:schemeClr val="bg1"/>
              </a:solidFill>
              <a:latin typeface="Calibri" panose="020F0502020204030204" pitchFamily="34" charset="0"/>
              <a:ea typeface="Calibri" panose="020F0502020204030204" pitchFamily="34" charset="0"/>
              <a:cs typeface="Arial" panose="020B0604020202020204" pitchFamily="34" charset="0"/>
            </a:endParaRPr>
          </a:p>
          <a:p>
            <a:pPr marL="457200" rtl="1">
              <a:lnSpc>
                <a:spcPct val="107000"/>
              </a:lnSpc>
            </a:pPr>
            <a:r>
              <a:rPr lang="en-US" sz="2000" dirty="0" smtClean="0">
                <a:solidFill>
                  <a:schemeClr val="bg1"/>
                </a:solidFill>
                <a:latin typeface="Calibri" panose="020F0502020204030204" pitchFamily="34" charset="0"/>
                <a:ea typeface="Calibri" panose="020F0502020204030204" pitchFamily="34" charset="0"/>
                <a:cs typeface="Arial" panose="020B0604020202020204" pitchFamily="34" charset="0"/>
              </a:rPr>
              <a:t>1-We </a:t>
            </a:r>
            <a:r>
              <a:rPr lang="en-US" sz="2000" dirty="0">
                <a:solidFill>
                  <a:schemeClr val="bg1"/>
                </a:solidFill>
                <a:latin typeface="Calibri" panose="020F0502020204030204" pitchFamily="34" charset="0"/>
                <a:ea typeface="Calibri" panose="020F0502020204030204" pitchFamily="34" charset="0"/>
                <a:cs typeface="Arial" panose="020B0604020202020204" pitchFamily="34" charset="0"/>
              </a:rPr>
              <a:t>can control some of these risks by first testing the slide on animals and monitoring the situation for a period of time.</a:t>
            </a:r>
          </a:p>
          <a:p>
            <a:pPr marL="457200" rtl="1">
              <a:lnSpc>
                <a:spcPct val="107000"/>
              </a:lnSpc>
              <a:spcAft>
                <a:spcPts val="800"/>
              </a:spcAft>
            </a:pPr>
            <a:r>
              <a:rPr lang="en-US" sz="2000" dirty="0">
                <a:solidFill>
                  <a:schemeClr val="bg1"/>
                </a:solidFill>
                <a:latin typeface="Calibri" panose="020F0502020204030204" pitchFamily="34" charset="0"/>
                <a:ea typeface="Calibri" panose="020F0502020204030204" pitchFamily="34" charset="0"/>
                <a:cs typeface="Arial" panose="020B0604020202020204" pitchFamily="34" charset="0"/>
              </a:rPr>
              <a:t>2-The chip should be programmed and equipped in a controlled manner, and all safety measures should be taken to prevent its penetration and control by other people</a:t>
            </a:r>
            <a:endParaRPr lang="en-US" sz="20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spTree>
    <p:extLst>
      <p:ext uri="{BB962C8B-B14F-4D97-AF65-F5344CB8AC3E}">
        <p14:creationId xmlns:p14="http://schemas.microsoft.com/office/powerpoint/2010/main" val="1284552944"/>
      </p:ext>
    </p:extLst>
  </p:cSld>
  <p:clrMapOvr>
    <a:masterClrMapping/>
  </p:clrMapOvr>
  <p:timing>
    <p:tnLst>
      <p:par>
        <p:cTn id="1" dur="indefinite" restart="never" nodeType="tmRoot"/>
      </p:par>
    </p:tnLst>
  </p:timing>
</p:sld>
</file>

<file path=ppt/theme/theme1.xml><?xml version="1.0" encoding="utf-8"?>
<a:theme xmlns:a="http://schemas.openxmlformats.org/drawingml/2006/main" name="Berlin">
  <a:themeElements>
    <a:clrScheme name="Berlin">
      <a:dk1>
        <a:sysClr val="windowText" lastClr="000000"/>
      </a:dk1>
      <a:lt1>
        <a:sysClr val="window" lastClr="FFFFFF"/>
      </a:lt1>
      <a:dk2>
        <a:srgbClr val="6A9C41"/>
      </a:dk2>
      <a:lt2>
        <a:srgbClr val="E7E6E6"/>
      </a:lt2>
      <a:accent1>
        <a:srgbClr val="A7D535"/>
      </a:accent1>
      <a:accent2>
        <a:srgbClr val="EACA4F"/>
      </a:accent2>
      <a:accent3>
        <a:srgbClr val="FD9850"/>
      </a:accent3>
      <a:accent4>
        <a:srgbClr val="F46442"/>
      </a:accent4>
      <a:accent5>
        <a:srgbClr val="54D289"/>
      </a:accent5>
      <a:accent6>
        <a:srgbClr val="6AD8CB"/>
      </a:accent6>
      <a:hlink>
        <a:srgbClr val="CAFB50"/>
      </a:hlink>
      <a:folHlink>
        <a:srgbClr val="DEFF8B"/>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38000"/>
              </a:schemeClr>
            </a:gs>
            <a:gs pos="50000">
              <a:schemeClr val="phClr">
                <a:shade val="100000"/>
                <a:hueMod val="100000"/>
                <a:satMod val="110000"/>
                <a:lumMod val="130000"/>
              </a:schemeClr>
            </a:gs>
            <a:gs pos="100000">
              <a:schemeClr val="phClr">
                <a:shade val="78000"/>
                <a:hueMod val="106000"/>
                <a:satMod val="120000"/>
                <a:lumMod val="7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B587E4A9-1405-4B4F-8BC3-512EE08D2EB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Berlin</Template>
  <TotalTime>498</TotalTime>
  <Words>1798</Words>
  <Application>Microsoft Office PowerPoint</Application>
  <PresentationFormat>Widescreen</PresentationFormat>
  <Paragraphs>523</Paragraphs>
  <Slides>18</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SimSun</vt:lpstr>
      <vt:lpstr>Arial</vt:lpstr>
      <vt:lpstr>Calibri</vt:lpstr>
      <vt:lpstr>Calibri Light</vt:lpstr>
      <vt:lpstr>Symbol</vt:lpstr>
      <vt:lpstr>Times New Roman</vt:lpstr>
      <vt:lpstr>Trebuchet MS</vt:lpstr>
      <vt:lpstr>Berlin</vt:lpstr>
      <vt:lpstr>Elon Musk Chip</vt:lpstr>
      <vt:lpstr>Project Charter :</vt:lpstr>
      <vt:lpstr>PowerPoint Presentation</vt:lpstr>
      <vt:lpstr>PowerPoint Presentation</vt:lpstr>
      <vt:lpstr>PowerPoint Presentation</vt:lpstr>
      <vt:lpstr>Project Scope: </vt:lpstr>
      <vt:lpstr>PowerPoint Presentation</vt:lpstr>
      <vt:lpstr>PowerPoint Presentation</vt:lpstr>
      <vt:lpstr>PowerPoint Presentation</vt:lpstr>
      <vt:lpstr>WBS Dictionary: </vt:lpstr>
      <vt:lpstr>PowerPoint Presentation</vt:lpstr>
      <vt:lpstr>PowerPoint Presentation</vt:lpstr>
      <vt:lpstr>Responsibilities Matrix </vt:lpstr>
      <vt:lpstr>Network</vt:lpstr>
      <vt:lpstr>Resource Constrained</vt:lpstr>
      <vt:lpstr>Budget Baseline</vt:lpstr>
      <vt:lpstr>Risks Management and Monitoring</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Elon Musk Chip</dc:title>
  <cp:lastModifiedBy>My PC</cp:lastModifiedBy>
  <cp:revision>93</cp:revision>
  <dcterms:modified xsi:type="dcterms:W3CDTF">2022-01-03T06:33:36Z</dcterms:modified>
</cp:coreProperties>
</file>